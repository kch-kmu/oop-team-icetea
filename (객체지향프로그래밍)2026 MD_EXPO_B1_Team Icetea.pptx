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2" r:id="rId1"/>
  </p:sldMasterIdLst>
  <p:notesMasterIdLst>
    <p:notesMasterId r:id="rId3"/>
  </p:notesMasterIdLst>
  <p:handoutMasterIdLst>
    <p:handoutMasterId r:id="rId4"/>
  </p:handoutMasterIdLst>
  <p:sldIdLst>
    <p:sldId id="298" r:id="rId2"/>
  </p:sldIdLst>
  <p:sldSz cx="21599525" cy="32399288"/>
  <p:notesSz cx="6807200" cy="9939338"/>
  <p:embeddedFontLst>
    <p:embeddedFont>
      <p:font typeface="페이퍼로지 6 SemiBold" charset="-127"/>
      <p:regular r:id="rId5"/>
      <p:bold r:id="rId6"/>
    </p:embeddedFont>
    <p:embeddedFont>
      <p:font typeface="페이퍼로지 8 ExtraBold" charset="-127"/>
      <p:bold r:id="rId7"/>
    </p:embeddedFont>
    <p:embeddedFont>
      <p:font typeface="프리젠테이션 4 Regular" charset="-127"/>
      <p:regular r:id="rId8"/>
    </p:embeddedFont>
    <p:embeddedFont>
      <p:font typeface="프리젠테이션 7 Bold" charset="-127"/>
      <p:bold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05" userDrawn="1">
          <p15:clr>
            <a:srgbClr val="A4A3A4"/>
          </p15:clr>
        </p15:guide>
        <p15:guide id="2" pos="680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96CB"/>
    <a:srgbClr val="9967E3"/>
    <a:srgbClr val="6247E3"/>
    <a:srgbClr val="93ACFE"/>
    <a:srgbClr val="EC5EA8"/>
    <a:srgbClr val="2449A4"/>
    <a:srgbClr val="B3DEF7"/>
    <a:srgbClr val="BEE65F"/>
    <a:srgbClr val="7148F6"/>
    <a:srgbClr val="6133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07" autoAdjust="0"/>
    <p:restoredTop sz="96076" autoAdjust="0"/>
  </p:normalViewPr>
  <p:slideViewPr>
    <p:cSldViewPr>
      <p:cViewPr>
        <p:scale>
          <a:sx n="33" d="100"/>
          <a:sy n="33" d="100"/>
        </p:scale>
        <p:origin x="1422" y="-2580"/>
      </p:cViewPr>
      <p:guideLst>
        <p:guide orient="horz" pos="10205"/>
        <p:guide pos="680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>
      <p:cViewPr varScale="1">
        <p:scale>
          <a:sx n="77" d="100"/>
          <a:sy n="77" d="100"/>
        </p:scale>
        <p:origin x="3144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3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viewProps" Target="viewProps.xml"/><Relationship Id="rId5" Type="http://schemas.openxmlformats.org/officeDocument/2006/relationships/font" Target="fonts/font1.fntdata"/><Relationship Id="rId10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openxmlformats.org/officeDocument/2006/relationships/font" Target="fonts/font5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533C422A-34B3-4C58-BD0B-EAD7D607A2E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264789E-F14C-420B-B9FA-B45C75B7587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5112EB-970A-42F9-961D-9A843A29AEE0}" type="datetimeFigureOut">
              <a:rPr lang="ko-KR" altLang="en-US" smtClean="0">
                <a:latin typeface="프리젠테이션 4 Regular" pitchFamily="2" charset="-127"/>
                <a:ea typeface="프리젠테이션 4 Regular" pitchFamily="2" charset="-127"/>
              </a:rPr>
              <a:t>2026-05-28</a:t>
            </a:fld>
            <a:endParaRPr lang="ko-KR" altLang="en-US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03D53A4-4FFF-4575-8E4C-D1C7ECFFE34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48A5394-FFB3-41F6-9475-77B5C385B4E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5616E0-2C1B-49D4-A1B4-DB6A6111033B}" type="slidenum">
              <a:rPr lang="ko-KR" altLang="en-US" smtClean="0">
                <a:latin typeface="프리젠테이션 4 Regular" pitchFamily="2" charset="-127"/>
                <a:ea typeface="프리젠테이션 4 Regular" pitchFamily="2" charset="-127"/>
              </a:rPr>
              <a:t>‹#›</a:t>
            </a:fld>
            <a:endParaRPr lang="ko-KR" altLang="en-US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24212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프리젠테이션 4 Regular" pitchFamily="2" charset="-127"/>
                <a:ea typeface="프리젠테이션 4 Regular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프리젠테이션 4 Regular" pitchFamily="2" charset="-127"/>
                <a:ea typeface="프리젠테이션 4 Regular" pitchFamily="2" charset="-127"/>
              </a:defRPr>
            </a:lvl1pPr>
          </a:lstStyle>
          <a:p>
            <a:fld id="{7472FB17-58EF-4A58-BD0A-24A9918C23B5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1243013"/>
            <a:ext cx="223520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프리젠테이션 4 Regular" pitchFamily="2" charset="-127"/>
                <a:ea typeface="프리젠테이션 4 Regular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프리젠테이션 4 Regular" pitchFamily="2" charset="-127"/>
                <a:ea typeface="프리젠테이션 4 Regular" pitchFamily="2" charset="-127"/>
              </a:defRPr>
            </a:lvl1pPr>
          </a:lstStyle>
          <a:p>
            <a:fld id="{2369D8F4-2A5A-4260-85C3-B027326E9B1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4786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643896" rtl="0" eaLnBrk="1" latinLnBrk="1" hangingPunct="1">
      <a:defRPr sz="3470" kern="1200">
        <a:solidFill>
          <a:schemeClr val="tx1"/>
        </a:solidFill>
        <a:latin typeface="프리젠테이션 4 Regular" pitchFamily="2" charset="-127"/>
        <a:ea typeface="프리젠테이션 4 Regular" pitchFamily="2" charset="-127"/>
        <a:cs typeface="+mn-cs"/>
      </a:defRPr>
    </a:lvl1pPr>
    <a:lvl2pPr marL="1321948" algn="l" defTabSz="2643896" rtl="0" eaLnBrk="1" latinLnBrk="1" hangingPunct="1">
      <a:defRPr sz="3470" kern="1200">
        <a:solidFill>
          <a:schemeClr val="tx1"/>
        </a:solidFill>
        <a:latin typeface="프리젠테이션 4 Regular" pitchFamily="2" charset="-127"/>
        <a:ea typeface="프리젠테이션 4 Regular" pitchFamily="2" charset="-127"/>
        <a:cs typeface="+mn-cs"/>
      </a:defRPr>
    </a:lvl2pPr>
    <a:lvl3pPr marL="2643896" algn="l" defTabSz="2643896" rtl="0" eaLnBrk="1" latinLnBrk="1" hangingPunct="1">
      <a:defRPr sz="3470" kern="1200">
        <a:solidFill>
          <a:schemeClr val="tx1"/>
        </a:solidFill>
        <a:latin typeface="프리젠테이션 4 Regular" pitchFamily="2" charset="-127"/>
        <a:ea typeface="프리젠테이션 4 Regular" pitchFamily="2" charset="-127"/>
        <a:cs typeface="+mn-cs"/>
      </a:defRPr>
    </a:lvl3pPr>
    <a:lvl4pPr marL="3965844" algn="l" defTabSz="2643896" rtl="0" eaLnBrk="1" latinLnBrk="1" hangingPunct="1">
      <a:defRPr sz="3470" kern="1200">
        <a:solidFill>
          <a:schemeClr val="tx1"/>
        </a:solidFill>
        <a:latin typeface="프리젠테이션 4 Regular" pitchFamily="2" charset="-127"/>
        <a:ea typeface="프리젠테이션 4 Regular" pitchFamily="2" charset="-127"/>
        <a:cs typeface="+mn-cs"/>
      </a:defRPr>
    </a:lvl4pPr>
    <a:lvl5pPr marL="5287792" algn="l" defTabSz="2643896" rtl="0" eaLnBrk="1" latinLnBrk="1" hangingPunct="1">
      <a:defRPr sz="3470" kern="1200">
        <a:solidFill>
          <a:schemeClr val="tx1"/>
        </a:solidFill>
        <a:latin typeface="프리젠테이션 4 Regular" pitchFamily="2" charset="-127"/>
        <a:ea typeface="프리젠테이션 4 Regular" pitchFamily="2" charset="-127"/>
        <a:cs typeface="+mn-cs"/>
      </a:defRPr>
    </a:lvl5pPr>
    <a:lvl6pPr marL="6609740" algn="l" defTabSz="2643896" rtl="0" eaLnBrk="1" latinLnBrk="1" hangingPunct="1">
      <a:defRPr sz="3470" kern="1200">
        <a:solidFill>
          <a:schemeClr val="tx1"/>
        </a:solidFill>
        <a:latin typeface="+mn-lt"/>
        <a:ea typeface="+mn-ea"/>
        <a:cs typeface="+mn-cs"/>
      </a:defRPr>
    </a:lvl6pPr>
    <a:lvl7pPr marL="7931688" algn="l" defTabSz="2643896" rtl="0" eaLnBrk="1" latinLnBrk="1" hangingPunct="1">
      <a:defRPr sz="3470" kern="1200">
        <a:solidFill>
          <a:schemeClr val="tx1"/>
        </a:solidFill>
        <a:latin typeface="+mn-lt"/>
        <a:ea typeface="+mn-ea"/>
        <a:cs typeface="+mn-cs"/>
      </a:defRPr>
    </a:lvl7pPr>
    <a:lvl8pPr marL="9253637" algn="l" defTabSz="2643896" rtl="0" eaLnBrk="1" latinLnBrk="1" hangingPunct="1">
      <a:defRPr sz="3470" kern="1200">
        <a:solidFill>
          <a:schemeClr val="tx1"/>
        </a:solidFill>
        <a:latin typeface="+mn-lt"/>
        <a:ea typeface="+mn-ea"/>
        <a:cs typeface="+mn-cs"/>
      </a:defRPr>
    </a:lvl8pPr>
    <a:lvl9pPr marL="10575585" algn="l" defTabSz="2643896" rtl="0" eaLnBrk="1" latinLnBrk="1" hangingPunct="1">
      <a:defRPr sz="347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5A051FA-389B-8CA9-180B-490401DAC452}"/>
              </a:ext>
            </a:extLst>
          </p:cNvPr>
          <p:cNvSpPr/>
          <p:nvPr userDrawn="1"/>
        </p:nvSpPr>
        <p:spPr>
          <a:xfrm>
            <a:off x="0" y="0"/>
            <a:ext cx="21599524" cy="25131963"/>
          </a:xfrm>
          <a:prstGeom prst="rect">
            <a:avLst/>
          </a:prstGeom>
          <a:gradFill flip="none" rotWithShape="1">
            <a:gsLst>
              <a:gs pos="10000">
                <a:schemeClr val="accent1"/>
              </a:gs>
              <a:gs pos="100000">
                <a:schemeClr val="accent6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247D5BF-47F4-B7A2-039E-DCB488291682}"/>
              </a:ext>
            </a:extLst>
          </p:cNvPr>
          <p:cNvGrpSpPr/>
          <p:nvPr userDrawn="1"/>
        </p:nvGrpSpPr>
        <p:grpSpPr>
          <a:xfrm>
            <a:off x="-2" y="2"/>
            <a:ext cx="21599529" cy="22772438"/>
            <a:chOff x="-5" y="2"/>
            <a:chExt cx="21599529" cy="22772438"/>
          </a:xfrm>
        </p:grpSpPr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DBA25FAB-024A-81F6-42CA-937B71DB7C61}"/>
                </a:ext>
              </a:extLst>
            </p:cNvPr>
            <p:cNvSpPr/>
            <p:nvPr/>
          </p:nvSpPr>
          <p:spPr>
            <a:xfrm>
              <a:off x="16873202" y="13616595"/>
              <a:ext cx="4726322" cy="9155845"/>
            </a:xfrm>
            <a:custGeom>
              <a:avLst/>
              <a:gdLst>
                <a:gd name="connsiteX0" fmla="*/ 4726322 w 4726322"/>
                <a:gd name="connsiteY0" fmla="*/ 0 h 9155845"/>
                <a:gd name="connsiteX1" fmla="*/ 4726322 w 4726322"/>
                <a:gd name="connsiteY1" fmla="*/ 8718790 h 9155845"/>
                <a:gd name="connsiteX2" fmla="*/ 4585142 w 4726322"/>
                <a:gd name="connsiteY2" fmla="*/ 8801870 h 9155845"/>
                <a:gd name="connsiteX3" fmla="*/ 915276 w 4726322"/>
                <a:gd name="connsiteY3" fmla="*/ 8236008 h 9155845"/>
                <a:gd name="connsiteX4" fmla="*/ 909660 w 4726322"/>
                <a:gd name="connsiteY4" fmla="*/ 3816662 h 9155845"/>
                <a:gd name="connsiteX5" fmla="*/ 4715010 w 4726322"/>
                <a:gd name="connsiteY5" fmla="*/ 11313 h 9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26322" h="9155845">
                  <a:moveTo>
                    <a:pt x="4726322" y="0"/>
                  </a:moveTo>
                  <a:lnTo>
                    <a:pt x="4726322" y="8718790"/>
                  </a:lnTo>
                  <a:lnTo>
                    <a:pt x="4585142" y="8801870"/>
                  </a:lnTo>
                  <a:cubicBezTo>
                    <a:pt x="3406780" y="9418040"/>
                    <a:pt x="1909268" y="9230000"/>
                    <a:pt x="915276" y="8236008"/>
                  </a:cubicBezTo>
                  <a:cubicBezTo>
                    <a:pt x="-302890" y="7017842"/>
                    <a:pt x="-305414" y="5031736"/>
                    <a:pt x="909660" y="3816662"/>
                  </a:cubicBezTo>
                  <a:cubicBezTo>
                    <a:pt x="909660" y="3816662"/>
                    <a:pt x="909660" y="3816662"/>
                    <a:pt x="4715010" y="11313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57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sp>
          <p:nvSpPr>
            <p:cNvPr id="5" name="자유형: 도형 4">
              <a:extLst>
                <a:ext uri="{FF2B5EF4-FFF2-40B4-BE49-F238E27FC236}">
                  <a16:creationId xmlns:a16="http://schemas.microsoft.com/office/drawing/2014/main" id="{D9F5731D-C7D0-5328-45DF-0A7CB270B928}"/>
                </a:ext>
              </a:extLst>
            </p:cNvPr>
            <p:cNvSpPr/>
            <p:nvPr/>
          </p:nvSpPr>
          <p:spPr>
            <a:xfrm>
              <a:off x="1" y="2"/>
              <a:ext cx="2399449" cy="3526970"/>
            </a:xfrm>
            <a:custGeom>
              <a:avLst/>
              <a:gdLst>
                <a:gd name="connsiteX0" fmla="*/ 0 w 4007903"/>
                <a:gd name="connsiteY0" fmla="*/ 0 h 5891251"/>
                <a:gd name="connsiteX1" fmla="*/ 3910401 w 4007903"/>
                <a:gd name="connsiteY1" fmla="*/ 0 h 5891251"/>
                <a:gd name="connsiteX2" fmla="*/ 3956225 w 4007903"/>
                <a:gd name="connsiteY2" fmla="*/ 187496 h 5891251"/>
                <a:gd name="connsiteX3" fmla="*/ 3194454 w 4007903"/>
                <a:gd name="connsiteY3" fmla="*/ 2696797 h 5891251"/>
                <a:gd name="connsiteX4" fmla="*/ 131606 w 4007903"/>
                <a:gd name="connsiteY4" fmla="*/ 5759646 h 5891251"/>
                <a:gd name="connsiteX5" fmla="*/ 0 w 4007903"/>
                <a:gd name="connsiteY5" fmla="*/ 5891251 h 5891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07903" h="5891251">
                  <a:moveTo>
                    <a:pt x="0" y="0"/>
                  </a:moveTo>
                  <a:lnTo>
                    <a:pt x="3910401" y="0"/>
                  </a:lnTo>
                  <a:lnTo>
                    <a:pt x="3956225" y="187496"/>
                  </a:lnTo>
                  <a:cubicBezTo>
                    <a:pt x="4127336" y="1069268"/>
                    <a:pt x="3873555" y="2017697"/>
                    <a:pt x="3194454" y="2696797"/>
                  </a:cubicBezTo>
                  <a:cubicBezTo>
                    <a:pt x="3194454" y="2696797"/>
                    <a:pt x="3194454" y="2696797"/>
                    <a:pt x="131606" y="5759646"/>
                  </a:cubicBezTo>
                  <a:lnTo>
                    <a:pt x="0" y="5891251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16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729CFD5-EC38-93C8-F697-93CD4091E8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644848" y="2450291"/>
              <a:ext cx="411633" cy="1639997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5D67018-1C43-61F0-1DBD-5C36E99C5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0000"/>
            </a:blip>
            <a:srcRect r="-361" b="61544"/>
            <a:stretch/>
          </p:blipFill>
          <p:spPr>
            <a:xfrm rot="5400000">
              <a:off x="-5233351" y="12142425"/>
              <a:ext cx="13558236" cy="3091543"/>
            </a:xfrm>
            <a:prstGeom prst="rect">
              <a:avLst/>
            </a:prstGeom>
          </p:spPr>
        </p:pic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2B785AC1-9B2E-48A9-3A98-579CCD956922}"/>
              </a:ext>
            </a:extLst>
          </p:cNvPr>
          <p:cNvGrpSpPr/>
          <p:nvPr userDrawn="1"/>
        </p:nvGrpSpPr>
        <p:grpSpPr>
          <a:xfrm>
            <a:off x="615593" y="24408212"/>
            <a:ext cx="20368338" cy="723751"/>
            <a:chOff x="615593" y="24766459"/>
            <a:chExt cx="20368338" cy="723751"/>
          </a:xfrm>
        </p:grpSpPr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4F7C9DEE-6D63-C982-63A6-C2294BB4054F}"/>
                </a:ext>
              </a:extLst>
            </p:cNvPr>
            <p:cNvSpPr/>
            <p:nvPr/>
          </p:nvSpPr>
          <p:spPr>
            <a:xfrm flipH="1" flipV="1">
              <a:off x="20260180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0FF9B7D0-C2BD-0E40-1375-ED6ED90B6BB6}"/>
                </a:ext>
              </a:extLst>
            </p:cNvPr>
            <p:cNvSpPr/>
            <p:nvPr/>
          </p:nvSpPr>
          <p:spPr>
            <a:xfrm flipV="1">
              <a:off x="615593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6DD2593D-29CC-FBC6-14E1-11CD7CC7186F}"/>
              </a:ext>
            </a:extLst>
          </p:cNvPr>
          <p:cNvSpPr/>
          <p:nvPr/>
        </p:nvSpPr>
        <p:spPr>
          <a:xfrm>
            <a:off x="1340904" y="5018320"/>
            <a:ext cx="18917716" cy="23029296"/>
          </a:xfrm>
          <a:custGeom>
            <a:avLst/>
            <a:gdLst>
              <a:gd name="connsiteX0" fmla="*/ 314980 w 18917716"/>
              <a:gd name="connsiteY0" fmla="*/ 0 h 23029296"/>
              <a:gd name="connsiteX1" fmla="*/ 17784780 w 18917716"/>
              <a:gd name="connsiteY1" fmla="*/ 0 h 23029296"/>
              <a:gd name="connsiteX2" fmla="*/ 18917716 w 18917716"/>
              <a:gd name="connsiteY2" fmla="*/ 1144180 h 23029296"/>
              <a:gd name="connsiteX3" fmla="*/ 18917716 w 18917716"/>
              <a:gd name="connsiteY3" fmla="*/ 1288555 h 23029296"/>
              <a:gd name="connsiteX4" fmla="*/ 18917716 w 18917716"/>
              <a:gd name="connsiteY4" fmla="*/ 2184364 h 23029296"/>
              <a:gd name="connsiteX5" fmla="*/ 18917716 w 18917716"/>
              <a:gd name="connsiteY5" fmla="*/ 2328742 h 23029296"/>
              <a:gd name="connsiteX6" fmla="*/ 18917716 w 18917716"/>
              <a:gd name="connsiteY6" fmla="*/ 2673624 h 23029296"/>
              <a:gd name="connsiteX7" fmla="*/ 18917716 w 18917716"/>
              <a:gd name="connsiteY7" fmla="*/ 2818000 h 23029296"/>
              <a:gd name="connsiteX8" fmla="*/ 18917716 w 18917716"/>
              <a:gd name="connsiteY8" fmla="*/ 3015721 h 23029296"/>
              <a:gd name="connsiteX9" fmla="*/ 18917716 w 18917716"/>
              <a:gd name="connsiteY9" fmla="*/ 3160100 h 23029296"/>
              <a:gd name="connsiteX10" fmla="*/ 18917716 w 18917716"/>
              <a:gd name="connsiteY10" fmla="*/ 3713808 h 23029296"/>
              <a:gd name="connsiteX11" fmla="*/ 18917716 w 18917716"/>
              <a:gd name="connsiteY11" fmla="*/ 3858186 h 23029296"/>
              <a:gd name="connsiteX12" fmla="*/ 18917716 w 18917716"/>
              <a:gd name="connsiteY12" fmla="*/ 4055906 h 23029296"/>
              <a:gd name="connsiteX13" fmla="*/ 18917716 w 18917716"/>
              <a:gd name="connsiteY13" fmla="*/ 4182346 h 23029296"/>
              <a:gd name="connsiteX14" fmla="*/ 18917716 w 18917716"/>
              <a:gd name="connsiteY14" fmla="*/ 4200284 h 23029296"/>
              <a:gd name="connsiteX15" fmla="*/ 18917716 w 18917716"/>
              <a:gd name="connsiteY15" fmla="*/ 4326722 h 23029296"/>
              <a:gd name="connsiteX16" fmla="*/ 18917716 w 18917716"/>
              <a:gd name="connsiteY16" fmla="*/ 4545165 h 23029296"/>
              <a:gd name="connsiteX17" fmla="*/ 18917716 w 18917716"/>
              <a:gd name="connsiteY17" fmla="*/ 4689544 h 23029296"/>
              <a:gd name="connsiteX18" fmla="*/ 18917716 w 18917716"/>
              <a:gd name="connsiteY18" fmla="*/ 5222530 h 23029296"/>
              <a:gd name="connsiteX19" fmla="*/ 18917716 w 18917716"/>
              <a:gd name="connsiteY19" fmla="*/ 5366908 h 23029296"/>
              <a:gd name="connsiteX20" fmla="*/ 18917716 w 18917716"/>
              <a:gd name="connsiteY20" fmla="*/ 5585351 h 23029296"/>
              <a:gd name="connsiteX21" fmla="*/ 18917716 w 18917716"/>
              <a:gd name="connsiteY21" fmla="*/ 5711791 h 23029296"/>
              <a:gd name="connsiteX22" fmla="*/ 18917716 w 18917716"/>
              <a:gd name="connsiteY22" fmla="*/ 5729729 h 23029296"/>
              <a:gd name="connsiteX23" fmla="*/ 18917716 w 18917716"/>
              <a:gd name="connsiteY23" fmla="*/ 5856167 h 23029296"/>
              <a:gd name="connsiteX24" fmla="*/ 18917716 w 18917716"/>
              <a:gd name="connsiteY24" fmla="*/ 6053887 h 23029296"/>
              <a:gd name="connsiteX25" fmla="*/ 18917716 w 18917716"/>
              <a:gd name="connsiteY25" fmla="*/ 6198266 h 23029296"/>
              <a:gd name="connsiteX26" fmla="*/ 18917716 w 18917716"/>
              <a:gd name="connsiteY26" fmla="*/ 6751975 h 23029296"/>
              <a:gd name="connsiteX27" fmla="*/ 18917716 w 18917716"/>
              <a:gd name="connsiteY27" fmla="*/ 6896353 h 23029296"/>
              <a:gd name="connsiteX28" fmla="*/ 18917716 w 18917716"/>
              <a:gd name="connsiteY28" fmla="*/ 7094073 h 23029296"/>
              <a:gd name="connsiteX29" fmla="*/ 18917716 w 18917716"/>
              <a:gd name="connsiteY29" fmla="*/ 7238451 h 23029296"/>
              <a:gd name="connsiteX30" fmla="*/ 18917716 w 18917716"/>
              <a:gd name="connsiteY30" fmla="*/ 7583332 h 23029296"/>
              <a:gd name="connsiteX31" fmla="*/ 18917716 w 18917716"/>
              <a:gd name="connsiteY31" fmla="*/ 7727711 h 23029296"/>
              <a:gd name="connsiteX32" fmla="*/ 18917716 w 18917716"/>
              <a:gd name="connsiteY32" fmla="*/ 8623518 h 23029296"/>
              <a:gd name="connsiteX33" fmla="*/ 18917716 w 18917716"/>
              <a:gd name="connsiteY33" fmla="*/ 8767896 h 23029296"/>
              <a:gd name="connsiteX34" fmla="*/ 18917716 w 18917716"/>
              <a:gd name="connsiteY34" fmla="*/ 17597268 h 23029296"/>
              <a:gd name="connsiteX35" fmla="*/ 18917716 w 18917716"/>
              <a:gd name="connsiteY35" fmla="*/ 17741644 h 23029296"/>
              <a:gd name="connsiteX36" fmla="*/ 18917716 w 18917716"/>
              <a:gd name="connsiteY36" fmla="*/ 18461684 h 23029296"/>
              <a:gd name="connsiteX37" fmla="*/ 18917716 w 18917716"/>
              <a:gd name="connsiteY37" fmla="*/ 19126714 h 23029296"/>
              <a:gd name="connsiteX38" fmla="*/ 18917716 w 18917716"/>
              <a:gd name="connsiteY38" fmla="*/ 19271090 h 23029296"/>
              <a:gd name="connsiteX39" fmla="*/ 18917716 w 18917716"/>
              <a:gd name="connsiteY39" fmla="*/ 19991130 h 23029296"/>
              <a:gd name="connsiteX40" fmla="*/ 18917716 w 18917716"/>
              <a:gd name="connsiteY40" fmla="*/ 20635436 h 23029296"/>
              <a:gd name="connsiteX41" fmla="*/ 18917716 w 18917716"/>
              <a:gd name="connsiteY41" fmla="*/ 20779812 h 23029296"/>
              <a:gd name="connsiteX42" fmla="*/ 18917716 w 18917716"/>
              <a:gd name="connsiteY42" fmla="*/ 21499852 h 23029296"/>
              <a:gd name="connsiteX43" fmla="*/ 18917716 w 18917716"/>
              <a:gd name="connsiteY43" fmla="*/ 22164880 h 23029296"/>
              <a:gd name="connsiteX44" fmla="*/ 18917716 w 18917716"/>
              <a:gd name="connsiteY44" fmla="*/ 22309256 h 23029296"/>
              <a:gd name="connsiteX45" fmla="*/ 18917716 w 18917716"/>
              <a:gd name="connsiteY45" fmla="*/ 23029296 h 23029296"/>
              <a:gd name="connsiteX46" fmla="*/ 0 w 18917716"/>
              <a:gd name="connsiteY46" fmla="*/ 23029296 h 23029296"/>
              <a:gd name="connsiteX47" fmla="*/ 0 w 18917716"/>
              <a:gd name="connsiteY47" fmla="*/ 22309256 h 23029296"/>
              <a:gd name="connsiteX48" fmla="*/ 0 w 18917716"/>
              <a:gd name="connsiteY48" fmla="*/ 22164880 h 23029296"/>
              <a:gd name="connsiteX49" fmla="*/ 0 w 18917716"/>
              <a:gd name="connsiteY49" fmla="*/ 21499852 h 23029296"/>
              <a:gd name="connsiteX50" fmla="*/ 0 w 18917716"/>
              <a:gd name="connsiteY50" fmla="*/ 20779812 h 23029296"/>
              <a:gd name="connsiteX51" fmla="*/ 0 w 18917716"/>
              <a:gd name="connsiteY51" fmla="*/ 20635436 h 23029296"/>
              <a:gd name="connsiteX52" fmla="*/ 0 w 18917716"/>
              <a:gd name="connsiteY52" fmla="*/ 19991130 h 23029296"/>
              <a:gd name="connsiteX53" fmla="*/ 0 w 18917716"/>
              <a:gd name="connsiteY53" fmla="*/ 19271090 h 23029296"/>
              <a:gd name="connsiteX54" fmla="*/ 0 w 18917716"/>
              <a:gd name="connsiteY54" fmla="*/ 19126714 h 23029296"/>
              <a:gd name="connsiteX55" fmla="*/ 0 w 18917716"/>
              <a:gd name="connsiteY55" fmla="*/ 18461684 h 23029296"/>
              <a:gd name="connsiteX56" fmla="*/ 0 w 18917716"/>
              <a:gd name="connsiteY56" fmla="*/ 17741644 h 23029296"/>
              <a:gd name="connsiteX57" fmla="*/ 0 w 18917716"/>
              <a:gd name="connsiteY57" fmla="*/ 17597268 h 23029296"/>
              <a:gd name="connsiteX58" fmla="*/ 0 w 18917716"/>
              <a:gd name="connsiteY58" fmla="*/ 7941823 h 23029296"/>
              <a:gd name="connsiteX59" fmla="*/ 0 w 18917716"/>
              <a:gd name="connsiteY59" fmla="*/ 7797445 h 23029296"/>
              <a:gd name="connsiteX60" fmla="*/ 0 w 18917716"/>
              <a:gd name="connsiteY60" fmla="*/ 6901638 h 23029296"/>
              <a:gd name="connsiteX61" fmla="*/ 0 w 18917716"/>
              <a:gd name="connsiteY61" fmla="*/ 6757259 h 23029296"/>
              <a:gd name="connsiteX62" fmla="*/ 0 w 18917716"/>
              <a:gd name="connsiteY62" fmla="*/ 6412378 h 23029296"/>
              <a:gd name="connsiteX63" fmla="*/ 0 w 18917716"/>
              <a:gd name="connsiteY63" fmla="*/ 6268000 h 23029296"/>
              <a:gd name="connsiteX64" fmla="*/ 0 w 18917716"/>
              <a:gd name="connsiteY64" fmla="*/ 6070281 h 23029296"/>
              <a:gd name="connsiteX65" fmla="*/ 0 w 18917716"/>
              <a:gd name="connsiteY65" fmla="*/ 5925905 h 23029296"/>
              <a:gd name="connsiteX66" fmla="*/ 0 w 18917716"/>
              <a:gd name="connsiteY66" fmla="*/ 5372193 h 23029296"/>
              <a:gd name="connsiteX67" fmla="*/ 0 w 18917716"/>
              <a:gd name="connsiteY67" fmla="*/ 5227814 h 23029296"/>
              <a:gd name="connsiteX68" fmla="*/ 0 w 18917716"/>
              <a:gd name="connsiteY68" fmla="*/ 5030095 h 23029296"/>
              <a:gd name="connsiteX69" fmla="*/ 0 w 18917716"/>
              <a:gd name="connsiteY69" fmla="*/ 4903656 h 23029296"/>
              <a:gd name="connsiteX70" fmla="*/ 0 w 18917716"/>
              <a:gd name="connsiteY70" fmla="*/ 4885718 h 23029296"/>
              <a:gd name="connsiteX71" fmla="*/ 0 w 18917716"/>
              <a:gd name="connsiteY71" fmla="*/ 4759279 h 23029296"/>
              <a:gd name="connsiteX72" fmla="*/ 0 w 18917716"/>
              <a:gd name="connsiteY72" fmla="*/ 4540836 h 23029296"/>
              <a:gd name="connsiteX73" fmla="*/ 0 w 18917716"/>
              <a:gd name="connsiteY73" fmla="*/ 4396460 h 23029296"/>
              <a:gd name="connsiteX74" fmla="*/ 0 w 18917716"/>
              <a:gd name="connsiteY74" fmla="*/ 3863471 h 23029296"/>
              <a:gd name="connsiteX75" fmla="*/ 0 w 18917716"/>
              <a:gd name="connsiteY75" fmla="*/ 3719092 h 23029296"/>
              <a:gd name="connsiteX76" fmla="*/ 0 w 18917716"/>
              <a:gd name="connsiteY76" fmla="*/ 3500649 h 23029296"/>
              <a:gd name="connsiteX77" fmla="*/ 0 w 18917716"/>
              <a:gd name="connsiteY77" fmla="*/ 3374211 h 23029296"/>
              <a:gd name="connsiteX78" fmla="*/ 0 w 18917716"/>
              <a:gd name="connsiteY78" fmla="*/ 3356274 h 23029296"/>
              <a:gd name="connsiteX79" fmla="*/ 0 w 18917716"/>
              <a:gd name="connsiteY79" fmla="*/ 3229833 h 23029296"/>
              <a:gd name="connsiteX80" fmla="*/ 0 w 18917716"/>
              <a:gd name="connsiteY80" fmla="*/ 3032114 h 23029296"/>
              <a:gd name="connsiteX81" fmla="*/ 0 w 18917716"/>
              <a:gd name="connsiteY81" fmla="*/ 2887738 h 23029296"/>
              <a:gd name="connsiteX82" fmla="*/ 0 w 18917716"/>
              <a:gd name="connsiteY82" fmla="*/ 2334027 h 23029296"/>
              <a:gd name="connsiteX83" fmla="*/ 0 w 18917716"/>
              <a:gd name="connsiteY83" fmla="*/ 2189648 h 23029296"/>
              <a:gd name="connsiteX84" fmla="*/ 0 w 18917716"/>
              <a:gd name="connsiteY84" fmla="*/ 1991929 h 23029296"/>
              <a:gd name="connsiteX85" fmla="*/ 0 w 18917716"/>
              <a:gd name="connsiteY85" fmla="*/ 1847552 h 23029296"/>
              <a:gd name="connsiteX86" fmla="*/ 0 w 18917716"/>
              <a:gd name="connsiteY86" fmla="*/ 1502669 h 23029296"/>
              <a:gd name="connsiteX87" fmla="*/ 0 w 18917716"/>
              <a:gd name="connsiteY87" fmla="*/ 1358293 h 23029296"/>
              <a:gd name="connsiteX88" fmla="*/ 0 w 18917716"/>
              <a:gd name="connsiteY88" fmla="*/ 462483 h 23029296"/>
              <a:gd name="connsiteX89" fmla="*/ 0 w 18917716"/>
              <a:gd name="connsiteY89" fmla="*/ 318107 h 23029296"/>
              <a:gd name="connsiteX90" fmla="*/ 314980 w 18917716"/>
              <a:gd name="connsiteY90" fmla="*/ 0 h 23029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8917716" h="23029296">
                <a:moveTo>
                  <a:pt x="314980" y="0"/>
                </a:moveTo>
                <a:lnTo>
                  <a:pt x="17784780" y="0"/>
                </a:lnTo>
                <a:lnTo>
                  <a:pt x="18917716" y="1144180"/>
                </a:lnTo>
                <a:lnTo>
                  <a:pt x="18917716" y="1288555"/>
                </a:lnTo>
                <a:lnTo>
                  <a:pt x="18917716" y="2184364"/>
                </a:lnTo>
                <a:lnTo>
                  <a:pt x="18917716" y="2328742"/>
                </a:lnTo>
                <a:lnTo>
                  <a:pt x="18917716" y="2673624"/>
                </a:lnTo>
                <a:lnTo>
                  <a:pt x="18917716" y="2818000"/>
                </a:lnTo>
                <a:lnTo>
                  <a:pt x="18917716" y="3015721"/>
                </a:lnTo>
                <a:lnTo>
                  <a:pt x="18917716" y="3160100"/>
                </a:lnTo>
                <a:lnTo>
                  <a:pt x="18917716" y="3713808"/>
                </a:lnTo>
                <a:lnTo>
                  <a:pt x="18917716" y="3858186"/>
                </a:lnTo>
                <a:lnTo>
                  <a:pt x="18917716" y="4055906"/>
                </a:lnTo>
                <a:lnTo>
                  <a:pt x="18917716" y="4182346"/>
                </a:lnTo>
                <a:lnTo>
                  <a:pt x="18917716" y="4200284"/>
                </a:lnTo>
                <a:lnTo>
                  <a:pt x="18917716" y="4326722"/>
                </a:lnTo>
                <a:lnTo>
                  <a:pt x="18917716" y="4545165"/>
                </a:lnTo>
                <a:lnTo>
                  <a:pt x="18917716" y="4689544"/>
                </a:lnTo>
                <a:lnTo>
                  <a:pt x="18917716" y="5222530"/>
                </a:lnTo>
                <a:lnTo>
                  <a:pt x="18917716" y="5366908"/>
                </a:lnTo>
                <a:lnTo>
                  <a:pt x="18917716" y="5585351"/>
                </a:lnTo>
                <a:lnTo>
                  <a:pt x="18917716" y="5711791"/>
                </a:lnTo>
                <a:lnTo>
                  <a:pt x="18917716" y="5729729"/>
                </a:lnTo>
                <a:lnTo>
                  <a:pt x="18917716" y="5856167"/>
                </a:lnTo>
                <a:lnTo>
                  <a:pt x="18917716" y="6053887"/>
                </a:lnTo>
                <a:lnTo>
                  <a:pt x="18917716" y="6198266"/>
                </a:lnTo>
                <a:lnTo>
                  <a:pt x="18917716" y="6751975"/>
                </a:lnTo>
                <a:lnTo>
                  <a:pt x="18917716" y="6896353"/>
                </a:lnTo>
                <a:lnTo>
                  <a:pt x="18917716" y="7094073"/>
                </a:lnTo>
                <a:lnTo>
                  <a:pt x="18917716" y="7238451"/>
                </a:lnTo>
                <a:lnTo>
                  <a:pt x="18917716" y="7583332"/>
                </a:lnTo>
                <a:lnTo>
                  <a:pt x="18917716" y="7727711"/>
                </a:lnTo>
                <a:lnTo>
                  <a:pt x="18917716" y="8623518"/>
                </a:lnTo>
                <a:lnTo>
                  <a:pt x="18917716" y="8767896"/>
                </a:lnTo>
                <a:lnTo>
                  <a:pt x="18917716" y="17597268"/>
                </a:lnTo>
                <a:lnTo>
                  <a:pt x="18917716" y="17741644"/>
                </a:lnTo>
                <a:lnTo>
                  <a:pt x="18917716" y="18461684"/>
                </a:lnTo>
                <a:lnTo>
                  <a:pt x="18917716" y="19126714"/>
                </a:lnTo>
                <a:lnTo>
                  <a:pt x="18917716" y="19271090"/>
                </a:lnTo>
                <a:lnTo>
                  <a:pt x="18917716" y="19991130"/>
                </a:lnTo>
                <a:lnTo>
                  <a:pt x="18917716" y="20635436"/>
                </a:lnTo>
                <a:lnTo>
                  <a:pt x="18917716" y="20779812"/>
                </a:lnTo>
                <a:lnTo>
                  <a:pt x="18917716" y="21499852"/>
                </a:lnTo>
                <a:lnTo>
                  <a:pt x="18917716" y="22164880"/>
                </a:lnTo>
                <a:lnTo>
                  <a:pt x="18917716" y="22309256"/>
                </a:lnTo>
                <a:lnTo>
                  <a:pt x="18917716" y="23029296"/>
                </a:lnTo>
                <a:lnTo>
                  <a:pt x="0" y="23029296"/>
                </a:lnTo>
                <a:lnTo>
                  <a:pt x="0" y="22309256"/>
                </a:lnTo>
                <a:lnTo>
                  <a:pt x="0" y="22164880"/>
                </a:lnTo>
                <a:lnTo>
                  <a:pt x="0" y="21499852"/>
                </a:lnTo>
                <a:lnTo>
                  <a:pt x="0" y="20779812"/>
                </a:lnTo>
                <a:lnTo>
                  <a:pt x="0" y="20635436"/>
                </a:lnTo>
                <a:lnTo>
                  <a:pt x="0" y="19991130"/>
                </a:lnTo>
                <a:lnTo>
                  <a:pt x="0" y="19271090"/>
                </a:lnTo>
                <a:lnTo>
                  <a:pt x="0" y="19126714"/>
                </a:lnTo>
                <a:lnTo>
                  <a:pt x="0" y="18461684"/>
                </a:lnTo>
                <a:lnTo>
                  <a:pt x="0" y="17741644"/>
                </a:lnTo>
                <a:lnTo>
                  <a:pt x="0" y="17597268"/>
                </a:lnTo>
                <a:lnTo>
                  <a:pt x="0" y="7941823"/>
                </a:lnTo>
                <a:lnTo>
                  <a:pt x="0" y="7797445"/>
                </a:lnTo>
                <a:lnTo>
                  <a:pt x="0" y="6901638"/>
                </a:lnTo>
                <a:lnTo>
                  <a:pt x="0" y="6757259"/>
                </a:lnTo>
                <a:lnTo>
                  <a:pt x="0" y="6412378"/>
                </a:lnTo>
                <a:lnTo>
                  <a:pt x="0" y="6268000"/>
                </a:lnTo>
                <a:lnTo>
                  <a:pt x="0" y="6070281"/>
                </a:lnTo>
                <a:lnTo>
                  <a:pt x="0" y="5925905"/>
                </a:lnTo>
                <a:lnTo>
                  <a:pt x="0" y="5372193"/>
                </a:lnTo>
                <a:lnTo>
                  <a:pt x="0" y="5227814"/>
                </a:lnTo>
                <a:lnTo>
                  <a:pt x="0" y="5030095"/>
                </a:lnTo>
                <a:lnTo>
                  <a:pt x="0" y="4903656"/>
                </a:lnTo>
                <a:lnTo>
                  <a:pt x="0" y="4885718"/>
                </a:lnTo>
                <a:lnTo>
                  <a:pt x="0" y="4759279"/>
                </a:lnTo>
                <a:lnTo>
                  <a:pt x="0" y="4540836"/>
                </a:lnTo>
                <a:lnTo>
                  <a:pt x="0" y="4396460"/>
                </a:lnTo>
                <a:lnTo>
                  <a:pt x="0" y="3863471"/>
                </a:lnTo>
                <a:lnTo>
                  <a:pt x="0" y="3719092"/>
                </a:lnTo>
                <a:lnTo>
                  <a:pt x="0" y="3500649"/>
                </a:lnTo>
                <a:lnTo>
                  <a:pt x="0" y="3374211"/>
                </a:lnTo>
                <a:lnTo>
                  <a:pt x="0" y="3356274"/>
                </a:lnTo>
                <a:lnTo>
                  <a:pt x="0" y="3229833"/>
                </a:lnTo>
                <a:lnTo>
                  <a:pt x="0" y="3032114"/>
                </a:lnTo>
                <a:lnTo>
                  <a:pt x="0" y="2887738"/>
                </a:lnTo>
                <a:lnTo>
                  <a:pt x="0" y="2334027"/>
                </a:lnTo>
                <a:lnTo>
                  <a:pt x="0" y="2189648"/>
                </a:lnTo>
                <a:lnTo>
                  <a:pt x="0" y="1991929"/>
                </a:lnTo>
                <a:lnTo>
                  <a:pt x="0" y="1847552"/>
                </a:lnTo>
                <a:lnTo>
                  <a:pt x="0" y="1502669"/>
                </a:lnTo>
                <a:lnTo>
                  <a:pt x="0" y="1358293"/>
                </a:lnTo>
                <a:lnTo>
                  <a:pt x="0" y="462483"/>
                </a:lnTo>
                <a:lnTo>
                  <a:pt x="0" y="318107"/>
                </a:lnTo>
                <a:cubicBezTo>
                  <a:pt x="0" y="142422"/>
                  <a:pt x="141022" y="0"/>
                  <a:pt x="314980" y="0"/>
                </a:cubicBezTo>
                <a:close/>
              </a:path>
            </a:pathLst>
          </a:custGeom>
          <a:solidFill>
            <a:schemeClr val="bg1"/>
          </a:solidFill>
          <a:ln w="63500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2CDFE521-F2D1-0BC2-4005-CF5D95B1B710}"/>
              </a:ext>
            </a:extLst>
          </p:cNvPr>
          <p:cNvSpPr/>
          <p:nvPr/>
        </p:nvSpPr>
        <p:spPr>
          <a:xfrm>
            <a:off x="19128241" y="5018320"/>
            <a:ext cx="1132938" cy="1132940"/>
          </a:xfrm>
          <a:custGeom>
            <a:avLst/>
            <a:gdLst>
              <a:gd name="connsiteX0" fmla="*/ 0 w 1164628"/>
              <a:gd name="connsiteY0" fmla="*/ 0 h 1164629"/>
              <a:gd name="connsiteX1" fmla="*/ 1164628 w 1164628"/>
              <a:gd name="connsiteY1" fmla="*/ 1164629 h 1164629"/>
              <a:gd name="connsiteX2" fmla="*/ 332104 w 1164628"/>
              <a:gd name="connsiteY2" fmla="*/ 1164629 h 1164629"/>
              <a:gd name="connsiteX3" fmla="*/ 0 w 1164628"/>
              <a:gd name="connsiteY3" fmla="*/ 832523 h 116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4628" h="1164629">
                <a:moveTo>
                  <a:pt x="0" y="0"/>
                </a:moveTo>
                <a:lnTo>
                  <a:pt x="1164628" y="1164629"/>
                </a:lnTo>
                <a:lnTo>
                  <a:pt x="332104" y="1164629"/>
                </a:lnTo>
                <a:cubicBezTo>
                  <a:pt x="148688" y="1164629"/>
                  <a:pt x="0" y="1015940"/>
                  <a:pt x="0" y="832523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63500">
            <a:noFill/>
            <a:round/>
          </a:ln>
          <a:effectLst>
            <a:outerShdw blurRad="596900" algn="ctr" rotWithShape="0">
              <a:schemeClr val="accent1">
                <a:lumMod val="50000"/>
                <a:alpha val="1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D354558-61D8-D619-F9D3-66500CB19B0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0000"/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r="39616" b="30535"/>
          <a:stretch/>
        </p:blipFill>
        <p:spPr>
          <a:xfrm>
            <a:off x="14761029" y="27717793"/>
            <a:ext cx="6838496" cy="4681494"/>
          </a:xfrm>
          <a:prstGeom prst="rect">
            <a:avLst/>
          </a:prstGeom>
        </p:spPr>
      </p:pic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5273130-929D-12E7-2330-822CA23F86B3}"/>
              </a:ext>
            </a:extLst>
          </p:cNvPr>
          <p:cNvCxnSpPr>
            <a:cxnSpLocks/>
          </p:cNvCxnSpPr>
          <p:nvPr userDrawn="1"/>
        </p:nvCxnSpPr>
        <p:spPr>
          <a:xfrm>
            <a:off x="3918634" y="3858844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5AEB868-1E3E-0C23-838E-3598DF7AF97B}"/>
              </a:ext>
            </a:extLst>
          </p:cNvPr>
          <p:cNvCxnSpPr>
            <a:cxnSpLocks/>
          </p:cNvCxnSpPr>
          <p:nvPr userDrawn="1"/>
        </p:nvCxnSpPr>
        <p:spPr>
          <a:xfrm>
            <a:off x="16169307" y="3858845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텍스트 개체 틀 58">
            <a:extLst>
              <a:ext uri="{FF2B5EF4-FFF2-40B4-BE49-F238E27FC236}">
                <a16:creationId xmlns:a16="http://schemas.microsoft.com/office/drawing/2014/main" id="{E224F414-AB93-79A5-EA99-0EE4C8EF8CA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043731" y="1186933"/>
            <a:ext cx="7914555" cy="707886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40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 err="1"/>
              <a:t>마이크로디그리명</a:t>
            </a:r>
            <a:endParaRPr lang="ko-KR" altLang="en-US" dirty="0"/>
          </a:p>
        </p:txBody>
      </p:sp>
      <p:sp>
        <p:nvSpPr>
          <p:cNvPr id="61" name="텍스트 개체 틀 58">
            <a:extLst>
              <a:ext uri="{FF2B5EF4-FFF2-40B4-BE49-F238E27FC236}">
                <a16:creationId xmlns:a16="http://schemas.microsoft.com/office/drawing/2014/main" id="{DA089DD9-E553-21CF-B71E-7C073C036FC6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2127420" y="1125378"/>
            <a:ext cx="7914555" cy="830997"/>
          </a:xfrm>
        </p:spPr>
        <p:txBody>
          <a:bodyPr wrap="square" anchor="ctr">
            <a:spAutoFit/>
          </a:bodyPr>
          <a:lstStyle>
            <a:lvl1pPr marL="0" indent="0" algn="r" latinLnBrk="0">
              <a:lnSpc>
                <a:spcPct val="100000"/>
              </a:lnSpc>
              <a:spcBef>
                <a:spcPts val="0"/>
              </a:spcBef>
              <a:buNone/>
              <a:defRPr sz="48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r>
              <a:rPr lang="ko-KR" altLang="en-US" dirty="0"/>
              <a:t>교과목명</a:t>
            </a:r>
          </a:p>
        </p:txBody>
      </p:sp>
      <p:sp>
        <p:nvSpPr>
          <p:cNvPr id="62" name="텍스트 개체 틀 58">
            <a:extLst>
              <a:ext uri="{FF2B5EF4-FFF2-40B4-BE49-F238E27FC236}">
                <a16:creationId xmlns:a16="http://schemas.microsoft.com/office/drawing/2014/main" id="{407C5AC6-09BB-6242-6405-E4682EBE1097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43586" y="2140054"/>
            <a:ext cx="17711211" cy="1400383"/>
          </a:xfrm>
        </p:spPr>
        <p:txBody>
          <a:bodyPr wrap="square" anchor="t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8500">
                <a:ln>
                  <a:noFill/>
                </a:ln>
                <a:solidFill>
                  <a:schemeClr val="bg1"/>
                </a:solidFill>
                <a:latin typeface="페이퍼로지 8 ExtraBold" pitchFamily="2" charset="-127"/>
                <a:ea typeface="페이퍼로지 8 Extra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제목 </a:t>
            </a:r>
            <a:r>
              <a:rPr lang="en-US" altLang="ko-KR" dirty="0"/>
              <a:t>(</a:t>
            </a:r>
            <a:r>
              <a:rPr lang="ko-KR" altLang="en-US" dirty="0"/>
              <a:t>과제명 또는 프로젝트명</a:t>
            </a:r>
            <a:r>
              <a:rPr lang="en-US" altLang="ko-KR" dirty="0"/>
              <a:t>)</a:t>
            </a:r>
          </a:p>
        </p:txBody>
      </p:sp>
      <p:sp>
        <p:nvSpPr>
          <p:cNvPr id="63" name="텍스트 개체 틀 58">
            <a:extLst>
              <a:ext uri="{FF2B5EF4-FFF2-40B4-BE49-F238E27FC236}">
                <a16:creationId xmlns:a16="http://schemas.microsoft.com/office/drawing/2014/main" id="{98F8812B-45D7-6417-12BA-3D6957EF571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663638" y="3747572"/>
            <a:ext cx="2052165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64" name="텍스트 개체 틀 58">
            <a:extLst>
              <a:ext uri="{FF2B5EF4-FFF2-40B4-BE49-F238E27FC236}">
                <a16:creationId xmlns:a16="http://schemas.microsoft.com/office/drawing/2014/main" id="{91858DFE-5E0C-9B0B-0D21-D90091BE111A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4269130" y="3747572"/>
            <a:ext cx="1608133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</a:t>
            </a:r>
          </a:p>
        </p:txBody>
      </p:sp>
      <p:sp>
        <p:nvSpPr>
          <p:cNvPr id="65" name="텍스트 개체 틀 58">
            <a:extLst>
              <a:ext uri="{FF2B5EF4-FFF2-40B4-BE49-F238E27FC236}">
                <a16:creationId xmlns:a16="http://schemas.microsoft.com/office/drawing/2014/main" id="{A6BAC387-519C-9E0D-661E-77AB20EC998B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6461352" y="3747572"/>
            <a:ext cx="2893436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지도교수명</a:t>
            </a:r>
          </a:p>
        </p:txBody>
      </p:sp>
      <p:sp>
        <p:nvSpPr>
          <p:cNvPr id="66" name="텍스트 개체 틀 58">
            <a:extLst>
              <a:ext uri="{FF2B5EF4-FFF2-40B4-BE49-F238E27FC236}">
                <a16:creationId xmlns:a16="http://schemas.microsoft.com/office/drawing/2014/main" id="{8EFA22B7-9E7C-4C9D-389D-89B2AACD348A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121466" y="3747572"/>
            <a:ext cx="9318763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89C6032-0457-388A-85C0-F03441DADBB6}"/>
              </a:ext>
            </a:extLst>
          </p:cNvPr>
          <p:cNvSpPr/>
          <p:nvPr userDrawn="1"/>
        </p:nvSpPr>
        <p:spPr>
          <a:xfrm>
            <a:off x="1643579" y="1216008"/>
            <a:ext cx="1157154" cy="64973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MD</a:t>
            </a:r>
            <a:endParaRPr lang="ko-KR" altLang="en-US" sz="3200" dirty="0">
              <a:solidFill>
                <a:schemeClr val="bg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32A0EA-BA14-5135-0537-B4172A2A2D27}"/>
              </a:ext>
            </a:extLst>
          </p:cNvPr>
          <p:cNvSpPr/>
          <p:nvPr userDrawn="1"/>
        </p:nvSpPr>
        <p:spPr>
          <a:xfrm>
            <a:off x="934666" y="30884705"/>
            <a:ext cx="8554093" cy="83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spAutoFit/>
          </a:bodyPr>
          <a:lstStyle/>
          <a:p>
            <a:r>
              <a:rPr lang="en-US" altLang="ko-KR" sz="4800" dirty="0">
                <a:gradFill>
                  <a:gsLst>
                    <a:gs pos="19000">
                      <a:schemeClr val="accent1"/>
                    </a:gs>
                    <a:gs pos="77000">
                      <a:schemeClr val="accent6"/>
                    </a:gs>
                  </a:gsLst>
                  <a:lin ang="2700000" scaled="1"/>
                </a:gradFill>
                <a:latin typeface="+mj-ea"/>
                <a:ea typeface="+mj-ea"/>
              </a:rPr>
              <a:t>2026</a:t>
            </a:r>
            <a:r>
              <a:rPr lang="ko-KR" altLang="en-US" sz="4800" dirty="0">
                <a:gradFill>
                  <a:gsLst>
                    <a:gs pos="19000">
                      <a:schemeClr val="accent1"/>
                    </a:gs>
                    <a:gs pos="77000">
                      <a:schemeClr val="accent6"/>
                    </a:gs>
                  </a:gsLst>
                  <a:lin ang="2700000" scaled="1"/>
                </a:gradFill>
                <a:latin typeface="+mj-ea"/>
                <a:ea typeface="+mj-ea"/>
              </a:rPr>
              <a:t>년 </a:t>
            </a:r>
            <a:r>
              <a:rPr lang="en-US" altLang="ko-KR" sz="4800" dirty="0">
                <a:gradFill>
                  <a:gsLst>
                    <a:gs pos="19000">
                      <a:schemeClr val="accent1"/>
                    </a:gs>
                    <a:gs pos="77000">
                      <a:schemeClr val="accent6"/>
                    </a:gs>
                  </a:gsLst>
                  <a:lin ang="2700000" scaled="1"/>
                </a:gradFill>
                <a:latin typeface="+mj-ea"/>
                <a:ea typeface="+mj-ea"/>
              </a:rPr>
              <a:t>1</a:t>
            </a:r>
            <a:r>
              <a:rPr lang="ko-KR" altLang="en-US" sz="4800" dirty="0">
                <a:gradFill>
                  <a:gsLst>
                    <a:gs pos="19000">
                      <a:schemeClr val="accent1"/>
                    </a:gs>
                    <a:gs pos="77000">
                      <a:schemeClr val="accent6"/>
                    </a:gs>
                  </a:gsLst>
                  <a:lin ang="2700000" scaled="1"/>
                </a:gradFill>
                <a:latin typeface="+mj-ea"/>
                <a:ea typeface="+mj-ea"/>
              </a:rPr>
              <a:t>학기</a:t>
            </a:r>
            <a:r>
              <a:rPr lang="en-US" altLang="ko-KR" sz="4800" dirty="0">
                <a:gradFill>
                  <a:gsLst>
                    <a:gs pos="19000">
                      <a:schemeClr val="accent1"/>
                    </a:gs>
                    <a:gs pos="77000">
                      <a:schemeClr val="accent6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ko-KR" altLang="en-US" sz="4800" dirty="0" err="1">
                <a:gradFill>
                  <a:gsLst>
                    <a:gs pos="19000">
                      <a:schemeClr val="accent1"/>
                    </a:gs>
                    <a:gs pos="77000">
                      <a:schemeClr val="accent6"/>
                    </a:gs>
                  </a:gsLst>
                  <a:lin ang="2700000" scaled="1"/>
                </a:gradFill>
                <a:latin typeface="+mj-ea"/>
                <a:ea typeface="+mj-ea"/>
              </a:rPr>
              <a:t>마이크로디그리</a:t>
            </a:r>
            <a:r>
              <a:rPr lang="ko-KR" altLang="en-US" sz="4800" dirty="0">
                <a:gradFill>
                  <a:gsLst>
                    <a:gs pos="19000">
                      <a:schemeClr val="accent1"/>
                    </a:gs>
                    <a:gs pos="77000">
                      <a:schemeClr val="accent6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en-US" altLang="ko-KR" sz="4800" dirty="0">
                <a:gradFill>
                  <a:gsLst>
                    <a:gs pos="19000">
                      <a:schemeClr val="accent1"/>
                    </a:gs>
                    <a:gs pos="77000">
                      <a:schemeClr val="accent6"/>
                    </a:gs>
                  </a:gsLst>
                  <a:lin ang="2700000" scaled="1"/>
                </a:gradFill>
                <a:latin typeface="+mj-ea"/>
                <a:ea typeface="+mj-ea"/>
              </a:rPr>
              <a:t>EXPO</a:t>
            </a:r>
            <a:endParaRPr lang="ko-KR" altLang="en-US" sz="4800" dirty="0">
              <a:gradFill>
                <a:gsLst>
                  <a:gs pos="19000">
                    <a:schemeClr val="accent1"/>
                  </a:gs>
                  <a:gs pos="77000">
                    <a:schemeClr val="accent6"/>
                  </a:gs>
                </a:gsLst>
                <a:lin ang="2700000" scaled="1"/>
              </a:gradFill>
              <a:latin typeface="+mj-ea"/>
              <a:ea typeface="+mj-ea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414003D7-5319-B9C8-B0F5-D66680C73E3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468" y="28619374"/>
            <a:ext cx="2590189" cy="190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8221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803">
          <p15:clr>
            <a:srgbClr val="FBAE40"/>
          </p15:clr>
        </p15:guide>
        <p15:guide id="3" orient="horz" pos="1020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5A051FA-389B-8CA9-180B-490401DAC452}"/>
              </a:ext>
            </a:extLst>
          </p:cNvPr>
          <p:cNvSpPr/>
          <p:nvPr userDrawn="1"/>
        </p:nvSpPr>
        <p:spPr>
          <a:xfrm>
            <a:off x="0" y="0"/>
            <a:ext cx="21599524" cy="25131963"/>
          </a:xfrm>
          <a:prstGeom prst="rect">
            <a:avLst/>
          </a:prstGeom>
          <a:gradFill flip="none" rotWithShape="1">
            <a:gsLst>
              <a:gs pos="10000">
                <a:schemeClr val="accent1"/>
              </a:gs>
              <a:gs pos="100000">
                <a:schemeClr val="accent6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247D5BF-47F4-B7A2-039E-DCB488291682}"/>
              </a:ext>
            </a:extLst>
          </p:cNvPr>
          <p:cNvGrpSpPr/>
          <p:nvPr userDrawn="1"/>
        </p:nvGrpSpPr>
        <p:grpSpPr>
          <a:xfrm>
            <a:off x="-2" y="2"/>
            <a:ext cx="21599529" cy="22772438"/>
            <a:chOff x="-5" y="2"/>
            <a:chExt cx="21599529" cy="22772438"/>
          </a:xfrm>
        </p:grpSpPr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DBA25FAB-024A-81F6-42CA-937B71DB7C61}"/>
                </a:ext>
              </a:extLst>
            </p:cNvPr>
            <p:cNvSpPr/>
            <p:nvPr/>
          </p:nvSpPr>
          <p:spPr>
            <a:xfrm>
              <a:off x="16873202" y="13616595"/>
              <a:ext cx="4726322" cy="9155845"/>
            </a:xfrm>
            <a:custGeom>
              <a:avLst/>
              <a:gdLst>
                <a:gd name="connsiteX0" fmla="*/ 4726322 w 4726322"/>
                <a:gd name="connsiteY0" fmla="*/ 0 h 9155845"/>
                <a:gd name="connsiteX1" fmla="*/ 4726322 w 4726322"/>
                <a:gd name="connsiteY1" fmla="*/ 8718790 h 9155845"/>
                <a:gd name="connsiteX2" fmla="*/ 4585142 w 4726322"/>
                <a:gd name="connsiteY2" fmla="*/ 8801870 h 9155845"/>
                <a:gd name="connsiteX3" fmla="*/ 915276 w 4726322"/>
                <a:gd name="connsiteY3" fmla="*/ 8236008 h 9155845"/>
                <a:gd name="connsiteX4" fmla="*/ 909660 w 4726322"/>
                <a:gd name="connsiteY4" fmla="*/ 3816662 h 9155845"/>
                <a:gd name="connsiteX5" fmla="*/ 4715010 w 4726322"/>
                <a:gd name="connsiteY5" fmla="*/ 11313 h 9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26322" h="9155845">
                  <a:moveTo>
                    <a:pt x="4726322" y="0"/>
                  </a:moveTo>
                  <a:lnTo>
                    <a:pt x="4726322" y="8718790"/>
                  </a:lnTo>
                  <a:lnTo>
                    <a:pt x="4585142" y="8801870"/>
                  </a:lnTo>
                  <a:cubicBezTo>
                    <a:pt x="3406780" y="9418040"/>
                    <a:pt x="1909268" y="9230000"/>
                    <a:pt x="915276" y="8236008"/>
                  </a:cubicBezTo>
                  <a:cubicBezTo>
                    <a:pt x="-302890" y="7017842"/>
                    <a:pt x="-305414" y="5031736"/>
                    <a:pt x="909660" y="3816662"/>
                  </a:cubicBezTo>
                  <a:cubicBezTo>
                    <a:pt x="909660" y="3816662"/>
                    <a:pt x="909660" y="3816662"/>
                    <a:pt x="4715010" y="11313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57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sp>
          <p:nvSpPr>
            <p:cNvPr id="5" name="자유형: 도형 4">
              <a:extLst>
                <a:ext uri="{FF2B5EF4-FFF2-40B4-BE49-F238E27FC236}">
                  <a16:creationId xmlns:a16="http://schemas.microsoft.com/office/drawing/2014/main" id="{D9F5731D-C7D0-5328-45DF-0A7CB270B928}"/>
                </a:ext>
              </a:extLst>
            </p:cNvPr>
            <p:cNvSpPr/>
            <p:nvPr/>
          </p:nvSpPr>
          <p:spPr>
            <a:xfrm>
              <a:off x="1" y="2"/>
              <a:ext cx="2399449" cy="3526970"/>
            </a:xfrm>
            <a:custGeom>
              <a:avLst/>
              <a:gdLst>
                <a:gd name="connsiteX0" fmla="*/ 0 w 4007903"/>
                <a:gd name="connsiteY0" fmla="*/ 0 h 5891251"/>
                <a:gd name="connsiteX1" fmla="*/ 3910401 w 4007903"/>
                <a:gd name="connsiteY1" fmla="*/ 0 h 5891251"/>
                <a:gd name="connsiteX2" fmla="*/ 3956225 w 4007903"/>
                <a:gd name="connsiteY2" fmla="*/ 187496 h 5891251"/>
                <a:gd name="connsiteX3" fmla="*/ 3194454 w 4007903"/>
                <a:gd name="connsiteY3" fmla="*/ 2696797 h 5891251"/>
                <a:gd name="connsiteX4" fmla="*/ 131606 w 4007903"/>
                <a:gd name="connsiteY4" fmla="*/ 5759646 h 5891251"/>
                <a:gd name="connsiteX5" fmla="*/ 0 w 4007903"/>
                <a:gd name="connsiteY5" fmla="*/ 5891251 h 5891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07903" h="5891251">
                  <a:moveTo>
                    <a:pt x="0" y="0"/>
                  </a:moveTo>
                  <a:lnTo>
                    <a:pt x="3910401" y="0"/>
                  </a:lnTo>
                  <a:lnTo>
                    <a:pt x="3956225" y="187496"/>
                  </a:lnTo>
                  <a:cubicBezTo>
                    <a:pt x="4127336" y="1069268"/>
                    <a:pt x="3873555" y="2017697"/>
                    <a:pt x="3194454" y="2696797"/>
                  </a:cubicBezTo>
                  <a:cubicBezTo>
                    <a:pt x="3194454" y="2696797"/>
                    <a:pt x="3194454" y="2696797"/>
                    <a:pt x="131606" y="5759646"/>
                  </a:cubicBezTo>
                  <a:lnTo>
                    <a:pt x="0" y="5891251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16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729CFD5-EC38-93C8-F697-93CD4091E8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644848" y="2450291"/>
              <a:ext cx="411633" cy="1639997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5D67018-1C43-61F0-1DBD-5C36E99C5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0000"/>
            </a:blip>
            <a:srcRect r="-361" b="61544"/>
            <a:stretch/>
          </p:blipFill>
          <p:spPr>
            <a:xfrm rot="5400000">
              <a:off x="-5233351" y="12142425"/>
              <a:ext cx="13558236" cy="3091543"/>
            </a:xfrm>
            <a:prstGeom prst="rect">
              <a:avLst/>
            </a:prstGeom>
          </p:spPr>
        </p:pic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2B785AC1-9B2E-48A9-3A98-579CCD956922}"/>
              </a:ext>
            </a:extLst>
          </p:cNvPr>
          <p:cNvGrpSpPr/>
          <p:nvPr userDrawn="1"/>
        </p:nvGrpSpPr>
        <p:grpSpPr>
          <a:xfrm>
            <a:off x="615593" y="24408212"/>
            <a:ext cx="20368338" cy="723751"/>
            <a:chOff x="615593" y="24766459"/>
            <a:chExt cx="20368338" cy="723751"/>
          </a:xfrm>
        </p:grpSpPr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4F7C9DEE-6D63-C982-63A6-C2294BB4054F}"/>
                </a:ext>
              </a:extLst>
            </p:cNvPr>
            <p:cNvSpPr/>
            <p:nvPr/>
          </p:nvSpPr>
          <p:spPr>
            <a:xfrm flipH="1" flipV="1">
              <a:off x="20260180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0FF9B7D0-C2BD-0E40-1375-ED6ED90B6BB6}"/>
                </a:ext>
              </a:extLst>
            </p:cNvPr>
            <p:cNvSpPr/>
            <p:nvPr/>
          </p:nvSpPr>
          <p:spPr>
            <a:xfrm flipV="1">
              <a:off x="615593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6DD2593D-29CC-FBC6-14E1-11CD7CC7186F}"/>
              </a:ext>
            </a:extLst>
          </p:cNvPr>
          <p:cNvSpPr/>
          <p:nvPr/>
        </p:nvSpPr>
        <p:spPr>
          <a:xfrm>
            <a:off x="1340904" y="5018320"/>
            <a:ext cx="18917716" cy="23029296"/>
          </a:xfrm>
          <a:custGeom>
            <a:avLst/>
            <a:gdLst>
              <a:gd name="connsiteX0" fmla="*/ 314980 w 18917716"/>
              <a:gd name="connsiteY0" fmla="*/ 0 h 23029296"/>
              <a:gd name="connsiteX1" fmla="*/ 17784780 w 18917716"/>
              <a:gd name="connsiteY1" fmla="*/ 0 h 23029296"/>
              <a:gd name="connsiteX2" fmla="*/ 18917716 w 18917716"/>
              <a:gd name="connsiteY2" fmla="*/ 1144180 h 23029296"/>
              <a:gd name="connsiteX3" fmla="*/ 18917716 w 18917716"/>
              <a:gd name="connsiteY3" fmla="*/ 1288555 h 23029296"/>
              <a:gd name="connsiteX4" fmla="*/ 18917716 w 18917716"/>
              <a:gd name="connsiteY4" fmla="*/ 2184364 h 23029296"/>
              <a:gd name="connsiteX5" fmla="*/ 18917716 w 18917716"/>
              <a:gd name="connsiteY5" fmla="*/ 2328742 h 23029296"/>
              <a:gd name="connsiteX6" fmla="*/ 18917716 w 18917716"/>
              <a:gd name="connsiteY6" fmla="*/ 2673624 h 23029296"/>
              <a:gd name="connsiteX7" fmla="*/ 18917716 w 18917716"/>
              <a:gd name="connsiteY7" fmla="*/ 2818000 h 23029296"/>
              <a:gd name="connsiteX8" fmla="*/ 18917716 w 18917716"/>
              <a:gd name="connsiteY8" fmla="*/ 3015721 h 23029296"/>
              <a:gd name="connsiteX9" fmla="*/ 18917716 w 18917716"/>
              <a:gd name="connsiteY9" fmla="*/ 3160100 h 23029296"/>
              <a:gd name="connsiteX10" fmla="*/ 18917716 w 18917716"/>
              <a:gd name="connsiteY10" fmla="*/ 3713808 h 23029296"/>
              <a:gd name="connsiteX11" fmla="*/ 18917716 w 18917716"/>
              <a:gd name="connsiteY11" fmla="*/ 3858186 h 23029296"/>
              <a:gd name="connsiteX12" fmla="*/ 18917716 w 18917716"/>
              <a:gd name="connsiteY12" fmla="*/ 4055906 h 23029296"/>
              <a:gd name="connsiteX13" fmla="*/ 18917716 w 18917716"/>
              <a:gd name="connsiteY13" fmla="*/ 4182346 h 23029296"/>
              <a:gd name="connsiteX14" fmla="*/ 18917716 w 18917716"/>
              <a:gd name="connsiteY14" fmla="*/ 4200284 h 23029296"/>
              <a:gd name="connsiteX15" fmla="*/ 18917716 w 18917716"/>
              <a:gd name="connsiteY15" fmla="*/ 4326722 h 23029296"/>
              <a:gd name="connsiteX16" fmla="*/ 18917716 w 18917716"/>
              <a:gd name="connsiteY16" fmla="*/ 4545165 h 23029296"/>
              <a:gd name="connsiteX17" fmla="*/ 18917716 w 18917716"/>
              <a:gd name="connsiteY17" fmla="*/ 4689544 h 23029296"/>
              <a:gd name="connsiteX18" fmla="*/ 18917716 w 18917716"/>
              <a:gd name="connsiteY18" fmla="*/ 5222530 h 23029296"/>
              <a:gd name="connsiteX19" fmla="*/ 18917716 w 18917716"/>
              <a:gd name="connsiteY19" fmla="*/ 5366908 h 23029296"/>
              <a:gd name="connsiteX20" fmla="*/ 18917716 w 18917716"/>
              <a:gd name="connsiteY20" fmla="*/ 5585351 h 23029296"/>
              <a:gd name="connsiteX21" fmla="*/ 18917716 w 18917716"/>
              <a:gd name="connsiteY21" fmla="*/ 5711791 h 23029296"/>
              <a:gd name="connsiteX22" fmla="*/ 18917716 w 18917716"/>
              <a:gd name="connsiteY22" fmla="*/ 5729729 h 23029296"/>
              <a:gd name="connsiteX23" fmla="*/ 18917716 w 18917716"/>
              <a:gd name="connsiteY23" fmla="*/ 5856167 h 23029296"/>
              <a:gd name="connsiteX24" fmla="*/ 18917716 w 18917716"/>
              <a:gd name="connsiteY24" fmla="*/ 6053887 h 23029296"/>
              <a:gd name="connsiteX25" fmla="*/ 18917716 w 18917716"/>
              <a:gd name="connsiteY25" fmla="*/ 6198266 h 23029296"/>
              <a:gd name="connsiteX26" fmla="*/ 18917716 w 18917716"/>
              <a:gd name="connsiteY26" fmla="*/ 6751975 h 23029296"/>
              <a:gd name="connsiteX27" fmla="*/ 18917716 w 18917716"/>
              <a:gd name="connsiteY27" fmla="*/ 6896353 h 23029296"/>
              <a:gd name="connsiteX28" fmla="*/ 18917716 w 18917716"/>
              <a:gd name="connsiteY28" fmla="*/ 7094073 h 23029296"/>
              <a:gd name="connsiteX29" fmla="*/ 18917716 w 18917716"/>
              <a:gd name="connsiteY29" fmla="*/ 7238451 h 23029296"/>
              <a:gd name="connsiteX30" fmla="*/ 18917716 w 18917716"/>
              <a:gd name="connsiteY30" fmla="*/ 7583332 h 23029296"/>
              <a:gd name="connsiteX31" fmla="*/ 18917716 w 18917716"/>
              <a:gd name="connsiteY31" fmla="*/ 7727711 h 23029296"/>
              <a:gd name="connsiteX32" fmla="*/ 18917716 w 18917716"/>
              <a:gd name="connsiteY32" fmla="*/ 8623518 h 23029296"/>
              <a:gd name="connsiteX33" fmla="*/ 18917716 w 18917716"/>
              <a:gd name="connsiteY33" fmla="*/ 8767896 h 23029296"/>
              <a:gd name="connsiteX34" fmla="*/ 18917716 w 18917716"/>
              <a:gd name="connsiteY34" fmla="*/ 17597268 h 23029296"/>
              <a:gd name="connsiteX35" fmla="*/ 18917716 w 18917716"/>
              <a:gd name="connsiteY35" fmla="*/ 17741644 h 23029296"/>
              <a:gd name="connsiteX36" fmla="*/ 18917716 w 18917716"/>
              <a:gd name="connsiteY36" fmla="*/ 18461684 h 23029296"/>
              <a:gd name="connsiteX37" fmla="*/ 18917716 w 18917716"/>
              <a:gd name="connsiteY37" fmla="*/ 19126714 h 23029296"/>
              <a:gd name="connsiteX38" fmla="*/ 18917716 w 18917716"/>
              <a:gd name="connsiteY38" fmla="*/ 19271090 h 23029296"/>
              <a:gd name="connsiteX39" fmla="*/ 18917716 w 18917716"/>
              <a:gd name="connsiteY39" fmla="*/ 19991130 h 23029296"/>
              <a:gd name="connsiteX40" fmla="*/ 18917716 w 18917716"/>
              <a:gd name="connsiteY40" fmla="*/ 20635436 h 23029296"/>
              <a:gd name="connsiteX41" fmla="*/ 18917716 w 18917716"/>
              <a:gd name="connsiteY41" fmla="*/ 20779812 h 23029296"/>
              <a:gd name="connsiteX42" fmla="*/ 18917716 w 18917716"/>
              <a:gd name="connsiteY42" fmla="*/ 21499852 h 23029296"/>
              <a:gd name="connsiteX43" fmla="*/ 18917716 w 18917716"/>
              <a:gd name="connsiteY43" fmla="*/ 22164880 h 23029296"/>
              <a:gd name="connsiteX44" fmla="*/ 18917716 w 18917716"/>
              <a:gd name="connsiteY44" fmla="*/ 22309256 h 23029296"/>
              <a:gd name="connsiteX45" fmla="*/ 18917716 w 18917716"/>
              <a:gd name="connsiteY45" fmla="*/ 23029296 h 23029296"/>
              <a:gd name="connsiteX46" fmla="*/ 0 w 18917716"/>
              <a:gd name="connsiteY46" fmla="*/ 23029296 h 23029296"/>
              <a:gd name="connsiteX47" fmla="*/ 0 w 18917716"/>
              <a:gd name="connsiteY47" fmla="*/ 22309256 h 23029296"/>
              <a:gd name="connsiteX48" fmla="*/ 0 w 18917716"/>
              <a:gd name="connsiteY48" fmla="*/ 22164880 h 23029296"/>
              <a:gd name="connsiteX49" fmla="*/ 0 w 18917716"/>
              <a:gd name="connsiteY49" fmla="*/ 21499852 h 23029296"/>
              <a:gd name="connsiteX50" fmla="*/ 0 w 18917716"/>
              <a:gd name="connsiteY50" fmla="*/ 20779812 h 23029296"/>
              <a:gd name="connsiteX51" fmla="*/ 0 w 18917716"/>
              <a:gd name="connsiteY51" fmla="*/ 20635436 h 23029296"/>
              <a:gd name="connsiteX52" fmla="*/ 0 w 18917716"/>
              <a:gd name="connsiteY52" fmla="*/ 19991130 h 23029296"/>
              <a:gd name="connsiteX53" fmla="*/ 0 w 18917716"/>
              <a:gd name="connsiteY53" fmla="*/ 19271090 h 23029296"/>
              <a:gd name="connsiteX54" fmla="*/ 0 w 18917716"/>
              <a:gd name="connsiteY54" fmla="*/ 19126714 h 23029296"/>
              <a:gd name="connsiteX55" fmla="*/ 0 w 18917716"/>
              <a:gd name="connsiteY55" fmla="*/ 18461684 h 23029296"/>
              <a:gd name="connsiteX56" fmla="*/ 0 w 18917716"/>
              <a:gd name="connsiteY56" fmla="*/ 17741644 h 23029296"/>
              <a:gd name="connsiteX57" fmla="*/ 0 w 18917716"/>
              <a:gd name="connsiteY57" fmla="*/ 17597268 h 23029296"/>
              <a:gd name="connsiteX58" fmla="*/ 0 w 18917716"/>
              <a:gd name="connsiteY58" fmla="*/ 7941823 h 23029296"/>
              <a:gd name="connsiteX59" fmla="*/ 0 w 18917716"/>
              <a:gd name="connsiteY59" fmla="*/ 7797445 h 23029296"/>
              <a:gd name="connsiteX60" fmla="*/ 0 w 18917716"/>
              <a:gd name="connsiteY60" fmla="*/ 6901638 h 23029296"/>
              <a:gd name="connsiteX61" fmla="*/ 0 w 18917716"/>
              <a:gd name="connsiteY61" fmla="*/ 6757259 h 23029296"/>
              <a:gd name="connsiteX62" fmla="*/ 0 w 18917716"/>
              <a:gd name="connsiteY62" fmla="*/ 6412378 h 23029296"/>
              <a:gd name="connsiteX63" fmla="*/ 0 w 18917716"/>
              <a:gd name="connsiteY63" fmla="*/ 6268000 h 23029296"/>
              <a:gd name="connsiteX64" fmla="*/ 0 w 18917716"/>
              <a:gd name="connsiteY64" fmla="*/ 6070281 h 23029296"/>
              <a:gd name="connsiteX65" fmla="*/ 0 w 18917716"/>
              <a:gd name="connsiteY65" fmla="*/ 5925905 h 23029296"/>
              <a:gd name="connsiteX66" fmla="*/ 0 w 18917716"/>
              <a:gd name="connsiteY66" fmla="*/ 5372193 h 23029296"/>
              <a:gd name="connsiteX67" fmla="*/ 0 w 18917716"/>
              <a:gd name="connsiteY67" fmla="*/ 5227814 h 23029296"/>
              <a:gd name="connsiteX68" fmla="*/ 0 w 18917716"/>
              <a:gd name="connsiteY68" fmla="*/ 5030095 h 23029296"/>
              <a:gd name="connsiteX69" fmla="*/ 0 w 18917716"/>
              <a:gd name="connsiteY69" fmla="*/ 4903656 h 23029296"/>
              <a:gd name="connsiteX70" fmla="*/ 0 w 18917716"/>
              <a:gd name="connsiteY70" fmla="*/ 4885718 h 23029296"/>
              <a:gd name="connsiteX71" fmla="*/ 0 w 18917716"/>
              <a:gd name="connsiteY71" fmla="*/ 4759279 h 23029296"/>
              <a:gd name="connsiteX72" fmla="*/ 0 w 18917716"/>
              <a:gd name="connsiteY72" fmla="*/ 4540836 h 23029296"/>
              <a:gd name="connsiteX73" fmla="*/ 0 w 18917716"/>
              <a:gd name="connsiteY73" fmla="*/ 4396460 h 23029296"/>
              <a:gd name="connsiteX74" fmla="*/ 0 w 18917716"/>
              <a:gd name="connsiteY74" fmla="*/ 3863471 h 23029296"/>
              <a:gd name="connsiteX75" fmla="*/ 0 w 18917716"/>
              <a:gd name="connsiteY75" fmla="*/ 3719092 h 23029296"/>
              <a:gd name="connsiteX76" fmla="*/ 0 w 18917716"/>
              <a:gd name="connsiteY76" fmla="*/ 3500649 h 23029296"/>
              <a:gd name="connsiteX77" fmla="*/ 0 w 18917716"/>
              <a:gd name="connsiteY77" fmla="*/ 3374211 h 23029296"/>
              <a:gd name="connsiteX78" fmla="*/ 0 w 18917716"/>
              <a:gd name="connsiteY78" fmla="*/ 3356274 h 23029296"/>
              <a:gd name="connsiteX79" fmla="*/ 0 w 18917716"/>
              <a:gd name="connsiteY79" fmla="*/ 3229833 h 23029296"/>
              <a:gd name="connsiteX80" fmla="*/ 0 w 18917716"/>
              <a:gd name="connsiteY80" fmla="*/ 3032114 h 23029296"/>
              <a:gd name="connsiteX81" fmla="*/ 0 w 18917716"/>
              <a:gd name="connsiteY81" fmla="*/ 2887738 h 23029296"/>
              <a:gd name="connsiteX82" fmla="*/ 0 w 18917716"/>
              <a:gd name="connsiteY82" fmla="*/ 2334027 h 23029296"/>
              <a:gd name="connsiteX83" fmla="*/ 0 w 18917716"/>
              <a:gd name="connsiteY83" fmla="*/ 2189648 h 23029296"/>
              <a:gd name="connsiteX84" fmla="*/ 0 w 18917716"/>
              <a:gd name="connsiteY84" fmla="*/ 1991929 h 23029296"/>
              <a:gd name="connsiteX85" fmla="*/ 0 w 18917716"/>
              <a:gd name="connsiteY85" fmla="*/ 1847552 h 23029296"/>
              <a:gd name="connsiteX86" fmla="*/ 0 w 18917716"/>
              <a:gd name="connsiteY86" fmla="*/ 1502669 h 23029296"/>
              <a:gd name="connsiteX87" fmla="*/ 0 w 18917716"/>
              <a:gd name="connsiteY87" fmla="*/ 1358293 h 23029296"/>
              <a:gd name="connsiteX88" fmla="*/ 0 w 18917716"/>
              <a:gd name="connsiteY88" fmla="*/ 462483 h 23029296"/>
              <a:gd name="connsiteX89" fmla="*/ 0 w 18917716"/>
              <a:gd name="connsiteY89" fmla="*/ 318107 h 23029296"/>
              <a:gd name="connsiteX90" fmla="*/ 314980 w 18917716"/>
              <a:gd name="connsiteY90" fmla="*/ 0 h 23029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8917716" h="23029296">
                <a:moveTo>
                  <a:pt x="314980" y="0"/>
                </a:moveTo>
                <a:lnTo>
                  <a:pt x="17784780" y="0"/>
                </a:lnTo>
                <a:lnTo>
                  <a:pt x="18917716" y="1144180"/>
                </a:lnTo>
                <a:lnTo>
                  <a:pt x="18917716" y="1288555"/>
                </a:lnTo>
                <a:lnTo>
                  <a:pt x="18917716" y="2184364"/>
                </a:lnTo>
                <a:lnTo>
                  <a:pt x="18917716" y="2328742"/>
                </a:lnTo>
                <a:lnTo>
                  <a:pt x="18917716" y="2673624"/>
                </a:lnTo>
                <a:lnTo>
                  <a:pt x="18917716" y="2818000"/>
                </a:lnTo>
                <a:lnTo>
                  <a:pt x="18917716" y="3015721"/>
                </a:lnTo>
                <a:lnTo>
                  <a:pt x="18917716" y="3160100"/>
                </a:lnTo>
                <a:lnTo>
                  <a:pt x="18917716" y="3713808"/>
                </a:lnTo>
                <a:lnTo>
                  <a:pt x="18917716" y="3858186"/>
                </a:lnTo>
                <a:lnTo>
                  <a:pt x="18917716" y="4055906"/>
                </a:lnTo>
                <a:lnTo>
                  <a:pt x="18917716" y="4182346"/>
                </a:lnTo>
                <a:lnTo>
                  <a:pt x="18917716" y="4200284"/>
                </a:lnTo>
                <a:lnTo>
                  <a:pt x="18917716" y="4326722"/>
                </a:lnTo>
                <a:lnTo>
                  <a:pt x="18917716" y="4545165"/>
                </a:lnTo>
                <a:lnTo>
                  <a:pt x="18917716" y="4689544"/>
                </a:lnTo>
                <a:lnTo>
                  <a:pt x="18917716" y="5222530"/>
                </a:lnTo>
                <a:lnTo>
                  <a:pt x="18917716" y="5366908"/>
                </a:lnTo>
                <a:lnTo>
                  <a:pt x="18917716" y="5585351"/>
                </a:lnTo>
                <a:lnTo>
                  <a:pt x="18917716" y="5711791"/>
                </a:lnTo>
                <a:lnTo>
                  <a:pt x="18917716" y="5729729"/>
                </a:lnTo>
                <a:lnTo>
                  <a:pt x="18917716" y="5856167"/>
                </a:lnTo>
                <a:lnTo>
                  <a:pt x="18917716" y="6053887"/>
                </a:lnTo>
                <a:lnTo>
                  <a:pt x="18917716" y="6198266"/>
                </a:lnTo>
                <a:lnTo>
                  <a:pt x="18917716" y="6751975"/>
                </a:lnTo>
                <a:lnTo>
                  <a:pt x="18917716" y="6896353"/>
                </a:lnTo>
                <a:lnTo>
                  <a:pt x="18917716" y="7094073"/>
                </a:lnTo>
                <a:lnTo>
                  <a:pt x="18917716" y="7238451"/>
                </a:lnTo>
                <a:lnTo>
                  <a:pt x="18917716" y="7583332"/>
                </a:lnTo>
                <a:lnTo>
                  <a:pt x="18917716" y="7727711"/>
                </a:lnTo>
                <a:lnTo>
                  <a:pt x="18917716" y="8623518"/>
                </a:lnTo>
                <a:lnTo>
                  <a:pt x="18917716" y="8767896"/>
                </a:lnTo>
                <a:lnTo>
                  <a:pt x="18917716" y="17597268"/>
                </a:lnTo>
                <a:lnTo>
                  <a:pt x="18917716" y="17741644"/>
                </a:lnTo>
                <a:lnTo>
                  <a:pt x="18917716" y="18461684"/>
                </a:lnTo>
                <a:lnTo>
                  <a:pt x="18917716" y="19126714"/>
                </a:lnTo>
                <a:lnTo>
                  <a:pt x="18917716" y="19271090"/>
                </a:lnTo>
                <a:lnTo>
                  <a:pt x="18917716" y="19991130"/>
                </a:lnTo>
                <a:lnTo>
                  <a:pt x="18917716" y="20635436"/>
                </a:lnTo>
                <a:lnTo>
                  <a:pt x="18917716" y="20779812"/>
                </a:lnTo>
                <a:lnTo>
                  <a:pt x="18917716" y="21499852"/>
                </a:lnTo>
                <a:lnTo>
                  <a:pt x="18917716" y="22164880"/>
                </a:lnTo>
                <a:lnTo>
                  <a:pt x="18917716" y="22309256"/>
                </a:lnTo>
                <a:lnTo>
                  <a:pt x="18917716" y="23029296"/>
                </a:lnTo>
                <a:lnTo>
                  <a:pt x="0" y="23029296"/>
                </a:lnTo>
                <a:lnTo>
                  <a:pt x="0" y="22309256"/>
                </a:lnTo>
                <a:lnTo>
                  <a:pt x="0" y="22164880"/>
                </a:lnTo>
                <a:lnTo>
                  <a:pt x="0" y="21499852"/>
                </a:lnTo>
                <a:lnTo>
                  <a:pt x="0" y="20779812"/>
                </a:lnTo>
                <a:lnTo>
                  <a:pt x="0" y="20635436"/>
                </a:lnTo>
                <a:lnTo>
                  <a:pt x="0" y="19991130"/>
                </a:lnTo>
                <a:lnTo>
                  <a:pt x="0" y="19271090"/>
                </a:lnTo>
                <a:lnTo>
                  <a:pt x="0" y="19126714"/>
                </a:lnTo>
                <a:lnTo>
                  <a:pt x="0" y="18461684"/>
                </a:lnTo>
                <a:lnTo>
                  <a:pt x="0" y="17741644"/>
                </a:lnTo>
                <a:lnTo>
                  <a:pt x="0" y="17597268"/>
                </a:lnTo>
                <a:lnTo>
                  <a:pt x="0" y="7941823"/>
                </a:lnTo>
                <a:lnTo>
                  <a:pt x="0" y="7797445"/>
                </a:lnTo>
                <a:lnTo>
                  <a:pt x="0" y="6901638"/>
                </a:lnTo>
                <a:lnTo>
                  <a:pt x="0" y="6757259"/>
                </a:lnTo>
                <a:lnTo>
                  <a:pt x="0" y="6412378"/>
                </a:lnTo>
                <a:lnTo>
                  <a:pt x="0" y="6268000"/>
                </a:lnTo>
                <a:lnTo>
                  <a:pt x="0" y="6070281"/>
                </a:lnTo>
                <a:lnTo>
                  <a:pt x="0" y="5925905"/>
                </a:lnTo>
                <a:lnTo>
                  <a:pt x="0" y="5372193"/>
                </a:lnTo>
                <a:lnTo>
                  <a:pt x="0" y="5227814"/>
                </a:lnTo>
                <a:lnTo>
                  <a:pt x="0" y="5030095"/>
                </a:lnTo>
                <a:lnTo>
                  <a:pt x="0" y="4903656"/>
                </a:lnTo>
                <a:lnTo>
                  <a:pt x="0" y="4885718"/>
                </a:lnTo>
                <a:lnTo>
                  <a:pt x="0" y="4759279"/>
                </a:lnTo>
                <a:lnTo>
                  <a:pt x="0" y="4540836"/>
                </a:lnTo>
                <a:lnTo>
                  <a:pt x="0" y="4396460"/>
                </a:lnTo>
                <a:lnTo>
                  <a:pt x="0" y="3863471"/>
                </a:lnTo>
                <a:lnTo>
                  <a:pt x="0" y="3719092"/>
                </a:lnTo>
                <a:lnTo>
                  <a:pt x="0" y="3500649"/>
                </a:lnTo>
                <a:lnTo>
                  <a:pt x="0" y="3374211"/>
                </a:lnTo>
                <a:lnTo>
                  <a:pt x="0" y="3356274"/>
                </a:lnTo>
                <a:lnTo>
                  <a:pt x="0" y="3229833"/>
                </a:lnTo>
                <a:lnTo>
                  <a:pt x="0" y="3032114"/>
                </a:lnTo>
                <a:lnTo>
                  <a:pt x="0" y="2887738"/>
                </a:lnTo>
                <a:lnTo>
                  <a:pt x="0" y="2334027"/>
                </a:lnTo>
                <a:lnTo>
                  <a:pt x="0" y="2189648"/>
                </a:lnTo>
                <a:lnTo>
                  <a:pt x="0" y="1991929"/>
                </a:lnTo>
                <a:lnTo>
                  <a:pt x="0" y="1847552"/>
                </a:lnTo>
                <a:lnTo>
                  <a:pt x="0" y="1502669"/>
                </a:lnTo>
                <a:lnTo>
                  <a:pt x="0" y="1358293"/>
                </a:lnTo>
                <a:lnTo>
                  <a:pt x="0" y="462483"/>
                </a:lnTo>
                <a:lnTo>
                  <a:pt x="0" y="318107"/>
                </a:lnTo>
                <a:cubicBezTo>
                  <a:pt x="0" y="142422"/>
                  <a:pt x="141022" y="0"/>
                  <a:pt x="314980" y="0"/>
                </a:cubicBezTo>
                <a:close/>
              </a:path>
            </a:pathLst>
          </a:custGeom>
          <a:solidFill>
            <a:schemeClr val="bg1"/>
          </a:solidFill>
          <a:ln w="63500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2CDFE521-F2D1-0BC2-4005-CF5D95B1B710}"/>
              </a:ext>
            </a:extLst>
          </p:cNvPr>
          <p:cNvSpPr/>
          <p:nvPr/>
        </p:nvSpPr>
        <p:spPr>
          <a:xfrm>
            <a:off x="19128241" y="5018320"/>
            <a:ext cx="1132938" cy="1132940"/>
          </a:xfrm>
          <a:custGeom>
            <a:avLst/>
            <a:gdLst>
              <a:gd name="connsiteX0" fmla="*/ 0 w 1164628"/>
              <a:gd name="connsiteY0" fmla="*/ 0 h 1164629"/>
              <a:gd name="connsiteX1" fmla="*/ 1164628 w 1164628"/>
              <a:gd name="connsiteY1" fmla="*/ 1164629 h 1164629"/>
              <a:gd name="connsiteX2" fmla="*/ 332104 w 1164628"/>
              <a:gd name="connsiteY2" fmla="*/ 1164629 h 1164629"/>
              <a:gd name="connsiteX3" fmla="*/ 0 w 1164628"/>
              <a:gd name="connsiteY3" fmla="*/ 832523 h 116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4628" h="1164629">
                <a:moveTo>
                  <a:pt x="0" y="0"/>
                </a:moveTo>
                <a:lnTo>
                  <a:pt x="1164628" y="1164629"/>
                </a:lnTo>
                <a:lnTo>
                  <a:pt x="332104" y="1164629"/>
                </a:lnTo>
                <a:cubicBezTo>
                  <a:pt x="148688" y="1164629"/>
                  <a:pt x="0" y="1015940"/>
                  <a:pt x="0" y="832523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63500">
            <a:noFill/>
            <a:round/>
          </a:ln>
          <a:effectLst>
            <a:outerShdw blurRad="596900" algn="ctr" rotWithShape="0">
              <a:schemeClr val="accent1">
                <a:lumMod val="50000"/>
                <a:alpha val="1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D354558-61D8-D619-F9D3-66500CB19B0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alphaModFix amt="30000"/>
          </a:blip>
          <a:srcRect r="39616" b="30535"/>
          <a:stretch/>
        </p:blipFill>
        <p:spPr>
          <a:xfrm flipH="1">
            <a:off x="0" y="27717793"/>
            <a:ext cx="6838496" cy="4681494"/>
          </a:xfrm>
          <a:prstGeom prst="rect">
            <a:avLst/>
          </a:prstGeom>
        </p:spPr>
      </p:pic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5273130-929D-12E7-2330-822CA23F86B3}"/>
              </a:ext>
            </a:extLst>
          </p:cNvPr>
          <p:cNvCxnSpPr>
            <a:cxnSpLocks/>
          </p:cNvCxnSpPr>
          <p:nvPr userDrawn="1"/>
        </p:nvCxnSpPr>
        <p:spPr>
          <a:xfrm>
            <a:off x="3918634" y="3858844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5AEB868-1E3E-0C23-838E-3598DF7AF97B}"/>
              </a:ext>
            </a:extLst>
          </p:cNvPr>
          <p:cNvCxnSpPr>
            <a:cxnSpLocks/>
          </p:cNvCxnSpPr>
          <p:nvPr userDrawn="1"/>
        </p:nvCxnSpPr>
        <p:spPr>
          <a:xfrm>
            <a:off x="16169307" y="3858845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텍스트 개체 틀 58">
            <a:extLst>
              <a:ext uri="{FF2B5EF4-FFF2-40B4-BE49-F238E27FC236}">
                <a16:creationId xmlns:a16="http://schemas.microsoft.com/office/drawing/2014/main" id="{E224F414-AB93-79A5-EA99-0EE4C8EF8CA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043731" y="1186933"/>
            <a:ext cx="7914555" cy="707886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40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 err="1"/>
              <a:t>마이크로디그리명</a:t>
            </a:r>
            <a:endParaRPr lang="ko-KR" altLang="en-US" dirty="0"/>
          </a:p>
        </p:txBody>
      </p:sp>
      <p:sp>
        <p:nvSpPr>
          <p:cNvPr id="61" name="텍스트 개체 틀 58">
            <a:extLst>
              <a:ext uri="{FF2B5EF4-FFF2-40B4-BE49-F238E27FC236}">
                <a16:creationId xmlns:a16="http://schemas.microsoft.com/office/drawing/2014/main" id="{DA089DD9-E553-21CF-B71E-7C073C036FC6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2127420" y="1125378"/>
            <a:ext cx="7914555" cy="830997"/>
          </a:xfrm>
        </p:spPr>
        <p:txBody>
          <a:bodyPr wrap="square" anchor="ctr">
            <a:spAutoFit/>
          </a:bodyPr>
          <a:lstStyle>
            <a:lvl1pPr marL="0" indent="0" algn="r" latinLnBrk="0">
              <a:lnSpc>
                <a:spcPct val="100000"/>
              </a:lnSpc>
              <a:spcBef>
                <a:spcPts val="0"/>
              </a:spcBef>
              <a:buNone/>
              <a:defRPr sz="48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r>
              <a:rPr lang="ko-KR" altLang="en-US" dirty="0"/>
              <a:t>교과목명</a:t>
            </a:r>
          </a:p>
        </p:txBody>
      </p:sp>
      <p:sp>
        <p:nvSpPr>
          <p:cNvPr id="62" name="텍스트 개체 틀 58">
            <a:extLst>
              <a:ext uri="{FF2B5EF4-FFF2-40B4-BE49-F238E27FC236}">
                <a16:creationId xmlns:a16="http://schemas.microsoft.com/office/drawing/2014/main" id="{407C5AC6-09BB-6242-6405-E4682EBE1097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43586" y="2140054"/>
            <a:ext cx="17711211" cy="1400383"/>
          </a:xfrm>
        </p:spPr>
        <p:txBody>
          <a:bodyPr wrap="square" anchor="t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8500">
                <a:ln>
                  <a:noFill/>
                </a:ln>
                <a:solidFill>
                  <a:schemeClr val="bg1"/>
                </a:solidFill>
                <a:latin typeface="페이퍼로지 8 ExtraBold" pitchFamily="2" charset="-127"/>
                <a:ea typeface="페이퍼로지 8 Extra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제목 </a:t>
            </a:r>
            <a:r>
              <a:rPr lang="en-US" altLang="ko-KR" dirty="0"/>
              <a:t>(</a:t>
            </a:r>
            <a:r>
              <a:rPr lang="ko-KR" altLang="en-US" dirty="0"/>
              <a:t>과제명 또는 프로젝트명</a:t>
            </a:r>
            <a:r>
              <a:rPr lang="en-US" altLang="ko-KR" dirty="0"/>
              <a:t>)</a:t>
            </a:r>
          </a:p>
        </p:txBody>
      </p:sp>
      <p:sp>
        <p:nvSpPr>
          <p:cNvPr id="63" name="텍스트 개체 틀 58">
            <a:extLst>
              <a:ext uri="{FF2B5EF4-FFF2-40B4-BE49-F238E27FC236}">
                <a16:creationId xmlns:a16="http://schemas.microsoft.com/office/drawing/2014/main" id="{98F8812B-45D7-6417-12BA-3D6957EF571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663638" y="3747572"/>
            <a:ext cx="2052165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64" name="텍스트 개체 틀 58">
            <a:extLst>
              <a:ext uri="{FF2B5EF4-FFF2-40B4-BE49-F238E27FC236}">
                <a16:creationId xmlns:a16="http://schemas.microsoft.com/office/drawing/2014/main" id="{91858DFE-5E0C-9B0B-0D21-D90091BE111A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4269130" y="3747572"/>
            <a:ext cx="1608133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</a:t>
            </a:r>
          </a:p>
        </p:txBody>
      </p:sp>
      <p:sp>
        <p:nvSpPr>
          <p:cNvPr id="65" name="텍스트 개체 틀 58">
            <a:extLst>
              <a:ext uri="{FF2B5EF4-FFF2-40B4-BE49-F238E27FC236}">
                <a16:creationId xmlns:a16="http://schemas.microsoft.com/office/drawing/2014/main" id="{A6BAC387-519C-9E0D-661E-77AB20EC998B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6461352" y="3747572"/>
            <a:ext cx="2893436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지도교수명</a:t>
            </a:r>
          </a:p>
        </p:txBody>
      </p:sp>
      <p:sp>
        <p:nvSpPr>
          <p:cNvPr id="66" name="텍스트 개체 틀 58">
            <a:extLst>
              <a:ext uri="{FF2B5EF4-FFF2-40B4-BE49-F238E27FC236}">
                <a16:creationId xmlns:a16="http://schemas.microsoft.com/office/drawing/2014/main" id="{8EFA22B7-9E7C-4C9D-389D-89B2AACD348A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121466" y="3747572"/>
            <a:ext cx="9318763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89C6032-0457-388A-85C0-F03441DADBB6}"/>
              </a:ext>
            </a:extLst>
          </p:cNvPr>
          <p:cNvSpPr/>
          <p:nvPr userDrawn="1"/>
        </p:nvSpPr>
        <p:spPr>
          <a:xfrm>
            <a:off x="1643579" y="1216008"/>
            <a:ext cx="1157154" cy="64973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MD</a:t>
            </a:r>
            <a:endParaRPr lang="ko-KR" altLang="en-US" sz="3200" dirty="0">
              <a:solidFill>
                <a:schemeClr val="bg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32A0EA-BA14-5135-0537-B4172A2A2D27}"/>
              </a:ext>
            </a:extLst>
          </p:cNvPr>
          <p:cNvSpPr/>
          <p:nvPr userDrawn="1"/>
        </p:nvSpPr>
        <p:spPr>
          <a:xfrm>
            <a:off x="934666" y="30884705"/>
            <a:ext cx="8554093" cy="83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spAutoFit/>
          </a:bodyPr>
          <a:lstStyle/>
          <a:p>
            <a:r>
              <a:rPr lang="en-US" altLang="ko-KR" sz="4800" dirty="0">
                <a:gradFill>
                  <a:gsLst>
                    <a:gs pos="19000">
                      <a:schemeClr val="accent1"/>
                    </a:gs>
                    <a:gs pos="77000">
                      <a:schemeClr val="accent6"/>
                    </a:gs>
                  </a:gsLst>
                  <a:lin ang="2700000" scaled="1"/>
                </a:gradFill>
                <a:latin typeface="+mj-ea"/>
                <a:ea typeface="+mj-ea"/>
              </a:rPr>
              <a:t>2026</a:t>
            </a:r>
            <a:r>
              <a:rPr lang="ko-KR" altLang="en-US" sz="4800" dirty="0">
                <a:gradFill>
                  <a:gsLst>
                    <a:gs pos="19000">
                      <a:schemeClr val="accent1"/>
                    </a:gs>
                    <a:gs pos="77000">
                      <a:schemeClr val="accent6"/>
                    </a:gs>
                  </a:gsLst>
                  <a:lin ang="2700000" scaled="1"/>
                </a:gradFill>
                <a:latin typeface="+mj-ea"/>
                <a:ea typeface="+mj-ea"/>
              </a:rPr>
              <a:t>년 </a:t>
            </a:r>
            <a:r>
              <a:rPr lang="en-US" altLang="ko-KR" sz="4800" dirty="0">
                <a:gradFill>
                  <a:gsLst>
                    <a:gs pos="19000">
                      <a:schemeClr val="accent1"/>
                    </a:gs>
                    <a:gs pos="77000">
                      <a:schemeClr val="accent6"/>
                    </a:gs>
                  </a:gsLst>
                  <a:lin ang="2700000" scaled="1"/>
                </a:gradFill>
                <a:latin typeface="+mj-ea"/>
                <a:ea typeface="+mj-ea"/>
              </a:rPr>
              <a:t>1</a:t>
            </a:r>
            <a:r>
              <a:rPr lang="ko-KR" altLang="en-US" sz="4800" dirty="0">
                <a:gradFill>
                  <a:gsLst>
                    <a:gs pos="19000">
                      <a:schemeClr val="accent1"/>
                    </a:gs>
                    <a:gs pos="77000">
                      <a:schemeClr val="accent6"/>
                    </a:gs>
                  </a:gsLst>
                  <a:lin ang="2700000" scaled="1"/>
                </a:gradFill>
                <a:latin typeface="+mj-ea"/>
                <a:ea typeface="+mj-ea"/>
              </a:rPr>
              <a:t>학기</a:t>
            </a:r>
            <a:r>
              <a:rPr lang="en-US" altLang="ko-KR" sz="4800" dirty="0">
                <a:gradFill>
                  <a:gsLst>
                    <a:gs pos="19000">
                      <a:schemeClr val="accent1"/>
                    </a:gs>
                    <a:gs pos="77000">
                      <a:schemeClr val="accent6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ko-KR" altLang="en-US" sz="4800" dirty="0" err="1">
                <a:gradFill>
                  <a:gsLst>
                    <a:gs pos="19000">
                      <a:schemeClr val="accent1"/>
                    </a:gs>
                    <a:gs pos="77000">
                      <a:schemeClr val="accent6"/>
                    </a:gs>
                  </a:gsLst>
                  <a:lin ang="2700000" scaled="1"/>
                </a:gradFill>
                <a:latin typeface="+mj-ea"/>
                <a:ea typeface="+mj-ea"/>
              </a:rPr>
              <a:t>마이크로디그리</a:t>
            </a:r>
            <a:r>
              <a:rPr lang="ko-KR" altLang="en-US" sz="4800" dirty="0">
                <a:gradFill>
                  <a:gsLst>
                    <a:gs pos="19000">
                      <a:schemeClr val="accent1"/>
                    </a:gs>
                    <a:gs pos="77000">
                      <a:schemeClr val="accent6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en-US" altLang="ko-KR" sz="4800" dirty="0">
                <a:gradFill>
                  <a:gsLst>
                    <a:gs pos="19000">
                      <a:schemeClr val="accent1"/>
                    </a:gs>
                    <a:gs pos="77000">
                      <a:schemeClr val="accent6"/>
                    </a:gs>
                  </a:gsLst>
                  <a:lin ang="2700000" scaled="1"/>
                </a:gradFill>
                <a:latin typeface="+mj-ea"/>
                <a:ea typeface="+mj-ea"/>
              </a:rPr>
              <a:t>EXPO</a:t>
            </a:r>
            <a:endParaRPr lang="ko-KR" altLang="en-US" sz="4800" dirty="0">
              <a:gradFill>
                <a:gsLst>
                  <a:gs pos="19000">
                    <a:schemeClr val="accent1"/>
                  </a:gs>
                  <a:gs pos="77000">
                    <a:schemeClr val="accent6"/>
                  </a:gs>
                </a:gsLst>
                <a:lin ang="2700000" scaled="1"/>
              </a:gradFill>
              <a:latin typeface="+mj-ea"/>
              <a:ea typeface="+mj-ea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6F1B5314-B233-4CDB-8237-D007C130B04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2255" y="29525499"/>
            <a:ext cx="2791676" cy="2058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714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803">
          <p15:clr>
            <a:srgbClr val="FBAE40"/>
          </p15:clr>
        </p15:guide>
        <p15:guide id="3" orient="horz" pos="102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5A051FA-389B-8CA9-180B-490401DAC452}"/>
              </a:ext>
            </a:extLst>
          </p:cNvPr>
          <p:cNvSpPr/>
          <p:nvPr userDrawn="1"/>
        </p:nvSpPr>
        <p:spPr>
          <a:xfrm>
            <a:off x="0" y="0"/>
            <a:ext cx="21599524" cy="25131963"/>
          </a:xfrm>
          <a:prstGeom prst="rect">
            <a:avLst/>
          </a:prstGeom>
          <a:gradFill flip="none" rotWithShape="1">
            <a:gsLst>
              <a:gs pos="10000">
                <a:schemeClr val="accent2"/>
              </a:gs>
              <a:gs pos="10000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247D5BF-47F4-B7A2-039E-DCB488291682}"/>
              </a:ext>
            </a:extLst>
          </p:cNvPr>
          <p:cNvGrpSpPr/>
          <p:nvPr userDrawn="1"/>
        </p:nvGrpSpPr>
        <p:grpSpPr>
          <a:xfrm>
            <a:off x="-2" y="2"/>
            <a:ext cx="21599529" cy="22772438"/>
            <a:chOff x="-5" y="2"/>
            <a:chExt cx="21599529" cy="22772438"/>
          </a:xfrm>
        </p:grpSpPr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DBA25FAB-024A-81F6-42CA-937B71DB7C61}"/>
                </a:ext>
              </a:extLst>
            </p:cNvPr>
            <p:cNvSpPr/>
            <p:nvPr/>
          </p:nvSpPr>
          <p:spPr>
            <a:xfrm>
              <a:off x="16873202" y="13616595"/>
              <a:ext cx="4726322" cy="9155845"/>
            </a:xfrm>
            <a:custGeom>
              <a:avLst/>
              <a:gdLst>
                <a:gd name="connsiteX0" fmla="*/ 4726322 w 4726322"/>
                <a:gd name="connsiteY0" fmla="*/ 0 h 9155845"/>
                <a:gd name="connsiteX1" fmla="*/ 4726322 w 4726322"/>
                <a:gd name="connsiteY1" fmla="*/ 8718790 h 9155845"/>
                <a:gd name="connsiteX2" fmla="*/ 4585142 w 4726322"/>
                <a:gd name="connsiteY2" fmla="*/ 8801870 h 9155845"/>
                <a:gd name="connsiteX3" fmla="*/ 915276 w 4726322"/>
                <a:gd name="connsiteY3" fmla="*/ 8236008 h 9155845"/>
                <a:gd name="connsiteX4" fmla="*/ 909660 w 4726322"/>
                <a:gd name="connsiteY4" fmla="*/ 3816662 h 9155845"/>
                <a:gd name="connsiteX5" fmla="*/ 4715010 w 4726322"/>
                <a:gd name="connsiteY5" fmla="*/ 11313 h 9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26322" h="9155845">
                  <a:moveTo>
                    <a:pt x="4726322" y="0"/>
                  </a:moveTo>
                  <a:lnTo>
                    <a:pt x="4726322" y="8718790"/>
                  </a:lnTo>
                  <a:lnTo>
                    <a:pt x="4585142" y="8801870"/>
                  </a:lnTo>
                  <a:cubicBezTo>
                    <a:pt x="3406780" y="9418040"/>
                    <a:pt x="1909268" y="9230000"/>
                    <a:pt x="915276" y="8236008"/>
                  </a:cubicBezTo>
                  <a:cubicBezTo>
                    <a:pt x="-302890" y="7017842"/>
                    <a:pt x="-305414" y="5031736"/>
                    <a:pt x="909660" y="3816662"/>
                  </a:cubicBezTo>
                  <a:cubicBezTo>
                    <a:pt x="909660" y="3816662"/>
                    <a:pt x="909660" y="3816662"/>
                    <a:pt x="4715010" y="11313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57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sp>
          <p:nvSpPr>
            <p:cNvPr id="5" name="자유형: 도형 4">
              <a:extLst>
                <a:ext uri="{FF2B5EF4-FFF2-40B4-BE49-F238E27FC236}">
                  <a16:creationId xmlns:a16="http://schemas.microsoft.com/office/drawing/2014/main" id="{D9F5731D-C7D0-5328-45DF-0A7CB270B928}"/>
                </a:ext>
              </a:extLst>
            </p:cNvPr>
            <p:cNvSpPr/>
            <p:nvPr/>
          </p:nvSpPr>
          <p:spPr>
            <a:xfrm>
              <a:off x="1" y="2"/>
              <a:ext cx="2399449" cy="3526970"/>
            </a:xfrm>
            <a:custGeom>
              <a:avLst/>
              <a:gdLst>
                <a:gd name="connsiteX0" fmla="*/ 0 w 4007903"/>
                <a:gd name="connsiteY0" fmla="*/ 0 h 5891251"/>
                <a:gd name="connsiteX1" fmla="*/ 3910401 w 4007903"/>
                <a:gd name="connsiteY1" fmla="*/ 0 h 5891251"/>
                <a:gd name="connsiteX2" fmla="*/ 3956225 w 4007903"/>
                <a:gd name="connsiteY2" fmla="*/ 187496 h 5891251"/>
                <a:gd name="connsiteX3" fmla="*/ 3194454 w 4007903"/>
                <a:gd name="connsiteY3" fmla="*/ 2696797 h 5891251"/>
                <a:gd name="connsiteX4" fmla="*/ 131606 w 4007903"/>
                <a:gd name="connsiteY4" fmla="*/ 5759646 h 5891251"/>
                <a:gd name="connsiteX5" fmla="*/ 0 w 4007903"/>
                <a:gd name="connsiteY5" fmla="*/ 5891251 h 5891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07903" h="5891251">
                  <a:moveTo>
                    <a:pt x="0" y="0"/>
                  </a:moveTo>
                  <a:lnTo>
                    <a:pt x="3910401" y="0"/>
                  </a:lnTo>
                  <a:lnTo>
                    <a:pt x="3956225" y="187496"/>
                  </a:lnTo>
                  <a:cubicBezTo>
                    <a:pt x="4127336" y="1069268"/>
                    <a:pt x="3873555" y="2017697"/>
                    <a:pt x="3194454" y="2696797"/>
                  </a:cubicBezTo>
                  <a:cubicBezTo>
                    <a:pt x="3194454" y="2696797"/>
                    <a:pt x="3194454" y="2696797"/>
                    <a:pt x="131606" y="5759646"/>
                  </a:cubicBezTo>
                  <a:lnTo>
                    <a:pt x="0" y="5891251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16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729CFD5-EC38-93C8-F697-93CD4091E8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644848" y="2450291"/>
              <a:ext cx="411633" cy="1639997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5D67018-1C43-61F0-1DBD-5C36E99C5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0000"/>
            </a:blip>
            <a:srcRect r="-361" b="61544"/>
            <a:stretch/>
          </p:blipFill>
          <p:spPr>
            <a:xfrm rot="5400000">
              <a:off x="-5233351" y="12142425"/>
              <a:ext cx="13558236" cy="3091543"/>
            </a:xfrm>
            <a:prstGeom prst="rect">
              <a:avLst/>
            </a:prstGeom>
          </p:spPr>
        </p:pic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2B785AC1-9B2E-48A9-3A98-579CCD956922}"/>
              </a:ext>
            </a:extLst>
          </p:cNvPr>
          <p:cNvGrpSpPr/>
          <p:nvPr userDrawn="1"/>
        </p:nvGrpSpPr>
        <p:grpSpPr>
          <a:xfrm>
            <a:off x="615593" y="24408212"/>
            <a:ext cx="20368338" cy="723751"/>
            <a:chOff x="615593" y="24766459"/>
            <a:chExt cx="20368338" cy="723751"/>
          </a:xfrm>
        </p:grpSpPr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4F7C9DEE-6D63-C982-63A6-C2294BB4054F}"/>
                </a:ext>
              </a:extLst>
            </p:cNvPr>
            <p:cNvSpPr/>
            <p:nvPr/>
          </p:nvSpPr>
          <p:spPr>
            <a:xfrm flipH="1" flipV="1">
              <a:off x="20260180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0FF9B7D0-C2BD-0E40-1375-ED6ED90B6BB6}"/>
                </a:ext>
              </a:extLst>
            </p:cNvPr>
            <p:cNvSpPr/>
            <p:nvPr/>
          </p:nvSpPr>
          <p:spPr>
            <a:xfrm flipV="1">
              <a:off x="615593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6DD2593D-29CC-FBC6-14E1-11CD7CC7186F}"/>
              </a:ext>
            </a:extLst>
          </p:cNvPr>
          <p:cNvSpPr/>
          <p:nvPr/>
        </p:nvSpPr>
        <p:spPr>
          <a:xfrm>
            <a:off x="1340904" y="5018320"/>
            <a:ext cx="18917716" cy="23029296"/>
          </a:xfrm>
          <a:custGeom>
            <a:avLst/>
            <a:gdLst>
              <a:gd name="connsiteX0" fmla="*/ 314980 w 18917716"/>
              <a:gd name="connsiteY0" fmla="*/ 0 h 23029296"/>
              <a:gd name="connsiteX1" fmla="*/ 17784780 w 18917716"/>
              <a:gd name="connsiteY1" fmla="*/ 0 h 23029296"/>
              <a:gd name="connsiteX2" fmla="*/ 18917716 w 18917716"/>
              <a:gd name="connsiteY2" fmla="*/ 1144180 h 23029296"/>
              <a:gd name="connsiteX3" fmla="*/ 18917716 w 18917716"/>
              <a:gd name="connsiteY3" fmla="*/ 1288555 h 23029296"/>
              <a:gd name="connsiteX4" fmla="*/ 18917716 w 18917716"/>
              <a:gd name="connsiteY4" fmla="*/ 2184364 h 23029296"/>
              <a:gd name="connsiteX5" fmla="*/ 18917716 w 18917716"/>
              <a:gd name="connsiteY5" fmla="*/ 2328742 h 23029296"/>
              <a:gd name="connsiteX6" fmla="*/ 18917716 w 18917716"/>
              <a:gd name="connsiteY6" fmla="*/ 2673624 h 23029296"/>
              <a:gd name="connsiteX7" fmla="*/ 18917716 w 18917716"/>
              <a:gd name="connsiteY7" fmla="*/ 2818000 h 23029296"/>
              <a:gd name="connsiteX8" fmla="*/ 18917716 w 18917716"/>
              <a:gd name="connsiteY8" fmla="*/ 3015721 h 23029296"/>
              <a:gd name="connsiteX9" fmla="*/ 18917716 w 18917716"/>
              <a:gd name="connsiteY9" fmla="*/ 3160100 h 23029296"/>
              <a:gd name="connsiteX10" fmla="*/ 18917716 w 18917716"/>
              <a:gd name="connsiteY10" fmla="*/ 3713808 h 23029296"/>
              <a:gd name="connsiteX11" fmla="*/ 18917716 w 18917716"/>
              <a:gd name="connsiteY11" fmla="*/ 3858186 h 23029296"/>
              <a:gd name="connsiteX12" fmla="*/ 18917716 w 18917716"/>
              <a:gd name="connsiteY12" fmla="*/ 4055906 h 23029296"/>
              <a:gd name="connsiteX13" fmla="*/ 18917716 w 18917716"/>
              <a:gd name="connsiteY13" fmla="*/ 4182346 h 23029296"/>
              <a:gd name="connsiteX14" fmla="*/ 18917716 w 18917716"/>
              <a:gd name="connsiteY14" fmla="*/ 4200284 h 23029296"/>
              <a:gd name="connsiteX15" fmla="*/ 18917716 w 18917716"/>
              <a:gd name="connsiteY15" fmla="*/ 4326722 h 23029296"/>
              <a:gd name="connsiteX16" fmla="*/ 18917716 w 18917716"/>
              <a:gd name="connsiteY16" fmla="*/ 4545165 h 23029296"/>
              <a:gd name="connsiteX17" fmla="*/ 18917716 w 18917716"/>
              <a:gd name="connsiteY17" fmla="*/ 4689544 h 23029296"/>
              <a:gd name="connsiteX18" fmla="*/ 18917716 w 18917716"/>
              <a:gd name="connsiteY18" fmla="*/ 5222530 h 23029296"/>
              <a:gd name="connsiteX19" fmla="*/ 18917716 w 18917716"/>
              <a:gd name="connsiteY19" fmla="*/ 5366908 h 23029296"/>
              <a:gd name="connsiteX20" fmla="*/ 18917716 w 18917716"/>
              <a:gd name="connsiteY20" fmla="*/ 5585351 h 23029296"/>
              <a:gd name="connsiteX21" fmla="*/ 18917716 w 18917716"/>
              <a:gd name="connsiteY21" fmla="*/ 5711791 h 23029296"/>
              <a:gd name="connsiteX22" fmla="*/ 18917716 w 18917716"/>
              <a:gd name="connsiteY22" fmla="*/ 5729729 h 23029296"/>
              <a:gd name="connsiteX23" fmla="*/ 18917716 w 18917716"/>
              <a:gd name="connsiteY23" fmla="*/ 5856167 h 23029296"/>
              <a:gd name="connsiteX24" fmla="*/ 18917716 w 18917716"/>
              <a:gd name="connsiteY24" fmla="*/ 6053887 h 23029296"/>
              <a:gd name="connsiteX25" fmla="*/ 18917716 w 18917716"/>
              <a:gd name="connsiteY25" fmla="*/ 6198266 h 23029296"/>
              <a:gd name="connsiteX26" fmla="*/ 18917716 w 18917716"/>
              <a:gd name="connsiteY26" fmla="*/ 6751975 h 23029296"/>
              <a:gd name="connsiteX27" fmla="*/ 18917716 w 18917716"/>
              <a:gd name="connsiteY27" fmla="*/ 6896353 h 23029296"/>
              <a:gd name="connsiteX28" fmla="*/ 18917716 w 18917716"/>
              <a:gd name="connsiteY28" fmla="*/ 7094073 h 23029296"/>
              <a:gd name="connsiteX29" fmla="*/ 18917716 w 18917716"/>
              <a:gd name="connsiteY29" fmla="*/ 7238451 h 23029296"/>
              <a:gd name="connsiteX30" fmla="*/ 18917716 w 18917716"/>
              <a:gd name="connsiteY30" fmla="*/ 7583332 h 23029296"/>
              <a:gd name="connsiteX31" fmla="*/ 18917716 w 18917716"/>
              <a:gd name="connsiteY31" fmla="*/ 7727711 h 23029296"/>
              <a:gd name="connsiteX32" fmla="*/ 18917716 w 18917716"/>
              <a:gd name="connsiteY32" fmla="*/ 8623518 h 23029296"/>
              <a:gd name="connsiteX33" fmla="*/ 18917716 w 18917716"/>
              <a:gd name="connsiteY33" fmla="*/ 8767896 h 23029296"/>
              <a:gd name="connsiteX34" fmla="*/ 18917716 w 18917716"/>
              <a:gd name="connsiteY34" fmla="*/ 17597268 h 23029296"/>
              <a:gd name="connsiteX35" fmla="*/ 18917716 w 18917716"/>
              <a:gd name="connsiteY35" fmla="*/ 17741644 h 23029296"/>
              <a:gd name="connsiteX36" fmla="*/ 18917716 w 18917716"/>
              <a:gd name="connsiteY36" fmla="*/ 18461684 h 23029296"/>
              <a:gd name="connsiteX37" fmla="*/ 18917716 w 18917716"/>
              <a:gd name="connsiteY37" fmla="*/ 19126714 h 23029296"/>
              <a:gd name="connsiteX38" fmla="*/ 18917716 w 18917716"/>
              <a:gd name="connsiteY38" fmla="*/ 19271090 h 23029296"/>
              <a:gd name="connsiteX39" fmla="*/ 18917716 w 18917716"/>
              <a:gd name="connsiteY39" fmla="*/ 19991130 h 23029296"/>
              <a:gd name="connsiteX40" fmla="*/ 18917716 w 18917716"/>
              <a:gd name="connsiteY40" fmla="*/ 20635436 h 23029296"/>
              <a:gd name="connsiteX41" fmla="*/ 18917716 w 18917716"/>
              <a:gd name="connsiteY41" fmla="*/ 20779812 h 23029296"/>
              <a:gd name="connsiteX42" fmla="*/ 18917716 w 18917716"/>
              <a:gd name="connsiteY42" fmla="*/ 21499852 h 23029296"/>
              <a:gd name="connsiteX43" fmla="*/ 18917716 w 18917716"/>
              <a:gd name="connsiteY43" fmla="*/ 22164880 h 23029296"/>
              <a:gd name="connsiteX44" fmla="*/ 18917716 w 18917716"/>
              <a:gd name="connsiteY44" fmla="*/ 22309256 h 23029296"/>
              <a:gd name="connsiteX45" fmla="*/ 18917716 w 18917716"/>
              <a:gd name="connsiteY45" fmla="*/ 23029296 h 23029296"/>
              <a:gd name="connsiteX46" fmla="*/ 0 w 18917716"/>
              <a:gd name="connsiteY46" fmla="*/ 23029296 h 23029296"/>
              <a:gd name="connsiteX47" fmla="*/ 0 w 18917716"/>
              <a:gd name="connsiteY47" fmla="*/ 22309256 h 23029296"/>
              <a:gd name="connsiteX48" fmla="*/ 0 w 18917716"/>
              <a:gd name="connsiteY48" fmla="*/ 22164880 h 23029296"/>
              <a:gd name="connsiteX49" fmla="*/ 0 w 18917716"/>
              <a:gd name="connsiteY49" fmla="*/ 21499852 h 23029296"/>
              <a:gd name="connsiteX50" fmla="*/ 0 w 18917716"/>
              <a:gd name="connsiteY50" fmla="*/ 20779812 h 23029296"/>
              <a:gd name="connsiteX51" fmla="*/ 0 w 18917716"/>
              <a:gd name="connsiteY51" fmla="*/ 20635436 h 23029296"/>
              <a:gd name="connsiteX52" fmla="*/ 0 w 18917716"/>
              <a:gd name="connsiteY52" fmla="*/ 19991130 h 23029296"/>
              <a:gd name="connsiteX53" fmla="*/ 0 w 18917716"/>
              <a:gd name="connsiteY53" fmla="*/ 19271090 h 23029296"/>
              <a:gd name="connsiteX54" fmla="*/ 0 w 18917716"/>
              <a:gd name="connsiteY54" fmla="*/ 19126714 h 23029296"/>
              <a:gd name="connsiteX55" fmla="*/ 0 w 18917716"/>
              <a:gd name="connsiteY55" fmla="*/ 18461684 h 23029296"/>
              <a:gd name="connsiteX56" fmla="*/ 0 w 18917716"/>
              <a:gd name="connsiteY56" fmla="*/ 17741644 h 23029296"/>
              <a:gd name="connsiteX57" fmla="*/ 0 w 18917716"/>
              <a:gd name="connsiteY57" fmla="*/ 17597268 h 23029296"/>
              <a:gd name="connsiteX58" fmla="*/ 0 w 18917716"/>
              <a:gd name="connsiteY58" fmla="*/ 7941823 h 23029296"/>
              <a:gd name="connsiteX59" fmla="*/ 0 w 18917716"/>
              <a:gd name="connsiteY59" fmla="*/ 7797445 h 23029296"/>
              <a:gd name="connsiteX60" fmla="*/ 0 w 18917716"/>
              <a:gd name="connsiteY60" fmla="*/ 6901638 h 23029296"/>
              <a:gd name="connsiteX61" fmla="*/ 0 w 18917716"/>
              <a:gd name="connsiteY61" fmla="*/ 6757259 h 23029296"/>
              <a:gd name="connsiteX62" fmla="*/ 0 w 18917716"/>
              <a:gd name="connsiteY62" fmla="*/ 6412378 h 23029296"/>
              <a:gd name="connsiteX63" fmla="*/ 0 w 18917716"/>
              <a:gd name="connsiteY63" fmla="*/ 6268000 h 23029296"/>
              <a:gd name="connsiteX64" fmla="*/ 0 w 18917716"/>
              <a:gd name="connsiteY64" fmla="*/ 6070281 h 23029296"/>
              <a:gd name="connsiteX65" fmla="*/ 0 w 18917716"/>
              <a:gd name="connsiteY65" fmla="*/ 5925905 h 23029296"/>
              <a:gd name="connsiteX66" fmla="*/ 0 w 18917716"/>
              <a:gd name="connsiteY66" fmla="*/ 5372193 h 23029296"/>
              <a:gd name="connsiteX67" fmla="*/ 0 w 18917716"/>
              <a:gd name="connsiteY67" fmla="*/ 5227814 h 23029296"/>
              <a:gd name="connsiteX68" fmla="*/ 0 w 18917716"/>
              <a:gd name="connsiteY68" fmla="*/ 5030095 h 23029296"/>
              <a:gd name="connsiteX69" fmla="*/ 0 w 18917716"/>
              <a:gd name="connsiteY69" fmla="*/ 4903656 h 23029296"/>
              <a:gd name="connsiteX70" fmla="*/ 0 w 18917716"/>
              <a:gd name="connsiteY70" fmla="*/ 4885718 h 23029296"/>
              <a:gd name="connsiteX71" fmla="*/ 0 w 18917716"/>
              <a:gd name="connsiteY71" fmla="*/ 4759279 h 23029296"/>
              <a:gd name="connsiteX72" fmla="*/ 0 w 18917716"/>
              <a:gd name="connsiteY72" fmla="*/ 4540836 h 23029296"/>
              <a:gd name="connsiteX73" fmla="*/ 0 w 18917716"/>
              <a:gd name="connsiteY73" fmla="*/ 4396460 h 23029296"/>
              <a:gd name="connsiteX74" fmla="*/ 0 w 18917716"/>
              <a:gd name="connsiteY74" fmla="*/ 3863471 h 23029296"/>
              <a:gd name="connsiteX75" fmla="*/ 0 w 18917716"/>
              <a:gd name="connsiteY75" fmla="*/ 3719092 h 23029296"/>
              <a:gd name="connsiteX76" fmla="*/ 0 w 18917716"/>
              <a:gd name="connsiteY76" fmla="*/ 3500649 h 23029296"/>
              <a:gd name="connsiteX77" fmla="*/ 0 w 18917716"/>
              <a:gd name="connsiteY77" fmla="*/ 3374211 h 23029296"/>
              <a:gd name="connsiteX78" fmla="*/ 0 w 18917716"/>
              <a:gd name="connsiteY78" fmla="*/ 3356274 h 23029296"/>
              <a:gd name="connsiteX79" fmla="*/ 0 w 18917716"/>
              <a:gd name="connsiteY79" fmla="*/ 3229833 h 23029296"/>
              <a:gd name="connsiteX80" fmla="*/ 0 w 18917716"/>
              <a:gd name="connsiteY80" fmla="*/ 3032114 h 23029296"/>
              <a:gd name="connsiteX81" fmla="*/ 0 w 18917716"/>
              <a:gd name="connsiteY81" fmla="*/ 2887738 h 23029296"/>
              <a:gd name="connsiteX82" fmla="*/ 0 w 18917716"/>
              <a:gd name="connsiteY82" fmla="*/ 2334027 h 23029296"/>
              <a:gd name="connsiteX83" fmla="*/ 0 w 18917716"/>
              <a:gd name="connsiteY83" fmla="*/ 2189648 h 23029296"/>
              <a:gd name="connsiteX84" fmla="*/ 0 w 18917716"/>
              <a:gd name="connsiteY84" fmla="*/ 1991929 h 23029296"/>
              <a:gd name="connsiteX85" fmla="*/ 0 w 18917716"/>
              <a:gd name="connsiteY85" fmla="*/ 1847552 h 23029296"/>
              <a:gd name="connsiteX86" fmla="*/ 0 w 18917716"/>
              <a:gd name="connsiteY86" fmla="*/ 1502669 h 23029296"/>
              <a:gd name="connsiteX87" fmla="*/ 0 w 18917716"/>
              <a:gd name="connsiteY87" fmla="*/ 1358293 h 23029296"/>
              <a:gd name="connsiteX88" fmla="*/ 0 w 18917716"/>
              <a:gd name="connsiteY88" fmla="*/ 462483 h 23029296"/>
              <a:gd name="connsiteX89" fmla="*/ 0 w 18917716"/>
              <a:gd name="connsiteY89" fmla="*/ 318107 h 23029296"/>
              <a:gd name="connsiteX90" fmla="*/ 314980 w 18917716"/>
              <a:gd name="connsiteY90" fmla="*/ 0 h 23029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8917716" h="23029296">
                <a:moveTo>
                  <a:pt x="314980" y="0"/>
                </a:moveTo>
                <a:lnTo>
                  <a:pt x="17784780" y="0"/>
                </a:lnTo>
                <a:lnTo>
                  <a:pt x="18917716" y="1144180"/>
                </a:lnTo>
                <a:lnTo>
                  <a:pt x="18917716" y="1288555"/>
                </a:lnTo>
                <a:lnTo>
                  <a:pt x="18917716" y="2184364"/>
                </a:lnTo>
                <a:lnTo>
                  <a:pt x="18917716" y="2328742"/>
                </a:lnTo>
                <a:lnTo>
                  <a:pt x="18917716" y="2673624"/>
                </a:lnTo>
                <a:lnTo>
                  <a:pt x="18917716" y="2818000"/>
                </a:lnTo>
                <a:lnTo>
                  <a:pt x="18917716" y="3015721"/>
                </a:lnTo>
                <a:lnTo>
                  <a:pt x="18917716" y="3160100"/>
                </a:lnTo>
                <a:lnTo>
                  <a:pt x="18917716" y="3713808"/>
                </a:lnTo>
                <a:lnTo>
                  <a:pt x="18917716" y="3858186"/>
                </a:lnTo>
                <a:lnTo>
                  <a:pt x="18917716" y="4055906"/>
                </a:lnTo>
                <a:lnTo>
                  <a:pt x="18917716" y="4182346"/>
                </a:lnTo>
                <a:lnTo>
                  <a:pt x="18917716" y="4200284"/>
                </a:lnTo>
                <a:lnTo>
                  <a:pt x="18917716" y="4326722"/>
                </a:lnTo>
                <a:lnTo>
                  <a:pt x="18917716" y="4545165"/>
                </a:lnTo>
                <a:lnTo>
                  <a:pt x="18917716" y="4689544"/>
                </a:lnTo>
                <a:lnTo>
                  <a:pt x="18917716" y="5222530"/>
                </a:lnTo>
                <a:lnTo>
                  <a:pt x="18917716" y="5366908"/>
                </a:lnTo>
                <a:lnTo>
                  <a:pt x="18917716" y="5585351"/>
                </a:lnTo>
                <a:lnTo>
                  <a:pt x="18917716" y="5711791"/>
                </a:lnTo>
                <a:lnTo>
                  <a:pt x="18917716" y="5729729"/>
                </a:lnTo>
                <a:lnTo>
                  <a:pt x="18917716" y="5856167"/>
                </a:lnTo>
                <a:lnTo>
                  <a:pt x="18917716" y="6053887"/>
                </a:lnTo>
                <a:lnTo>
                  <a:pt x="18917716" y="6198266"/>
                </a:lnTo>
                <a:lnTo>
                  <a:pt x="18917716" y="6751975"/>
                </a:lnTo>
                <a:lnTo>
                  <a:pt x="18917716" y="6896353"/>
                </a:lnTo>
                <a:lnTo>
                  <a:pt x="18917716" y="7094073"/>
                </a:lnTo>
                <a:lnTo>
                  <a:pt x="18917716" y="7238451"/>
                </a:lnTo>
                <a:lnTo>
                  <a:pt x="18917716" y="7583332"/>
                </a:lnTo>
                <a:lnTo>
                  <a:pt x="18917716" y="7727711"/>
                </a:lnTo>
                <a:lnTo>
                  <a:pt x="18917716" y="8623518"/>
                </a:lnTo>
                <a:lnTo>
                  <a:pt x="18917716" y="8767896"/>
                </a:lnTo>
                <a:lnTo>
                  <a:pt x="18917716" y="17597268"/>
                </a:lnTo>
                <a:lnTo>
                  <a:pt x="18917716" y="17741644"/>
                </a:lnTo>
                <a:lnTo>
                  <a:pt x="18917716" y="18461684"/>
                </a:lnTo>
                <a:lnTo>
                  <a:pt x="18917716" y="19126714"/>
                </a:lnTo>
                <a:lnTo>
                  <a:pt x="18917716" y="19271090"/>
                </a:lnTo>
                <a:lnTo>
                  <a:pt x="18917716" y="19991130"/>
                </a:lnTo>
                <a:lnTo>
                  <a:pt x="18917716" y="20635436"/>
                </a:lnTo>
                <a:lnTo>
                  <a:pt x="18917716" y="20779812"/>
                </a:lnTo>
                <a:lnTo>
                  <a:pt x="18917716" y="21499852"/>
                </a:lnTo>
                <a:lnTo>
                  <a:pt x="18917716" y="22164880"/>
                </a:lnTo>
                <a:lnTo>
                  <a:pt x="18917716" y="22309256"/>
                </a:lnTo>
                <a:lnTo>
                  <a:pt x="18917716" y="23029296"/>
                </a:lnTo>
                <a:lnTo>
                  <a:pt x="0" y="23029296"/>
                </a:lnTo>
                <a:lnTo>
                  <a:pt x="0" y="22309256"/>
                </a:lnTo>
                <a:lnTo>
                  <a:pt x="0" y="22164880"/>
                </a:lnTo>
                <a:lnTo>
                  <a:pt x="0" y="21499852"/>
                </a:lnTo>
                <a:lnTo>
                  <a:pt x="0" y="20779812"/>
                </a:lnTo>
                <a:lnTo>
                  <a:pt x="0" y="20635436"/>
                </a:lnTo>
                <a:lnTo>
                  <a:pt x="0" y="19991130"/>
                </a:lnTo>
                <a:lnTo>
                  <a:pt x="0" y="19271090"/>
                </a:lnTo>
                <a:lnTo>
                  <a:pt x="0" y="19126714"/>
                </a:lnTo>
                <a:lnTo>
                  <a:pt x="0" y="18461684"/>
                </a:lnTo>
                <a:lnTo>
                  <a:pt x="0" y="17741644"/>
                </a:lnTo>
                <a:lnTo>
                  <a:pt x="0" y="17597268"/>
                </a:lnTo>
                <a:lnTo>
                  <a:pt x="0" y="7941823"/>
                </a:lnTo>
                <a:lnTo>
                  <a:pt x="0" y="7797445"/>
                </a:lnTo>
                <a:lnTo>
                  <a:pt x="0" y="6901638"/>
                </a:lnTo>
                <a:lnTo>
                  <a:pt x="0" y="6757259"/>
                </a:lnTo>
                <a:lnTo>
                  <a:pt x="0" y="6412378"/>
                </a:lnTo>
                <a:lnTo>
                  <a:pt x="0" y="6268000"/>
                </a:lnTo>
                <a:lnTo>
                  <a:pt x="0" y="6070281"/>
                </a:lnTo>
                <a:lnTo>
                  <a:pt x="0" y="5925905"/>
                </a:lnTo>
                <a:lnTo>
                  <a:pt x="0" y="5372193"/>
                </a:lnTo>
                <a:lnTo>
                  <a:pt x="0" y="5227814"/>
                </a:lnTo>
                <a:lnTo>
                  <a:pt x="0" y="5030095"/>
                </a:lnTo>
                <a:lnTo>
                  <a:pt x="0" y="4903656"/>
                </a:lnTo>
                <a:lnTo>
                  <a:pt x="0" y="4885718"/>
                </a:lnTo>
                <a:lnTo>
                  <a:pt x="0" y="4759279"/>
                </a:lnTo>
                <a:lnTo>
                  <a:pt x="0" y="4540836"/>
                </a:lnTo>
                <a:lnTo>
                  <a:pt x="0" y="4396460"/>
                </a:lnTo>
                <a:lnTo>
                  <a:pt x="0" y="3863471"/>
                </a:lnTo>
                <a:lnTo>
                  <a:pt x="0" y="3719092"/>
                </a:lnTo>
                <a:lnTo>
                  <a:pt x="0" y="3500649"/>
                </a:lnTo>
                <a:lnTo>
                  <a:pt x="0" y="3374211"/>
                </a:lnTo>
                <a:lnTo>
                  <a:pt x="0" y="3356274"/>
                </a:lnTo>
                <a:lnTo>
                  <a:pt x="0" y="3229833"/>
                </a:lnTo>
                <a:lnTo>
                  <a:pt x="0" y="3032114"/>
                </a:lnTo>
                <a:lnTo>
                  <a:pt x="0" y="2887738"/>
                </a:lnTo>
                <a:lnTo>
                  <a:pt x="0" y="2334027"/>
                </a:lnTo>
                <a:lnTo>
                  <a:pt x="0" y="2189648"/>
                </a:lnTo>
                <a:lnTo>
                  <a:pt x="0" y="1991929"/>
                </a:lnTo>
                <a:lnTo>
                  <a:pt x="0" y="1847552"/>
                </a:lnTo>
                <a:lnTo>
                  <a:pt x="0" y="1502669"/>
                </a:lnTo>
                <a:lnTo>
                  <a:pt x="0" y="1358293"/>
                </a:lnTo>
                <a:lnTo>
                  <a:pt x="0" y="462483"/>
                </a:lnTo>
                <a:lnTo>
                  <a:pt x="0" y="318107"/>
                </a:lnTo>
                <a:cubicBezTo>
                  <a:pt x="0" y="142422"/>
                  <a:pt x="141022" y="0"/>
                  <a:pt x="314980" y="0"/>
                </a:cubicBezTo>
                <a:close/>
              </a:path>
            </a:pathLst>
          </a:custGeom>
          <a:solidFill>
            <a:schemeClr val="bg1"/>
          </a:solidFill>
          <a:ln w="63500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2CDFE521-F2D1-0BC2-4005-CF5D95B1B710}"/>
              </a:ext>
            </a:extLst>
          </p:cNvPr>
          <p:cNvSpPr/>
          <p:nvPr/>
        </p:nvSpPr>
        <p:spPr>
          <a:xfrm>
            <a:off x="19128241" y="5018320"/>
            <a:ext cx="1132938" cy="1132940"/>
          </a:xfrm>
          <a:custGeom>
            <a:avLst/>
            <a:gdLst>
              <a:gd name="connsiteX0" fmla="*/ 0 w 1164628"/>
              <a:gd name="connsiteY0" fmla="*/ 0 h 1164629"/>
              <a:gd name="connsiteX1" fmla="*/ 1164628 w 1164628"/>
              <a:gd name="connsiteY1" fmla="*/ 1164629 h 1164629"/>
              <a:gd name="connsiteX2" fmla="*/ 332104 w 1164628"/>
              <a:gd name="connsiteY2" fmla="*/ 1164629 h 1164629"/>
              <a:gd name="connsiteX3" fmla="*/ 0 w 1164628"/>
              <a:gd name="connsiteY3" fmla="*/ 832523 h 116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4628" h="1164629">
                <a:moveTo>
                  <a:pt x="0" y="0"/>
                </a:moveTo>
                <a:lnTo>
                  <a:pt x="1164628" y="1164629"/>
                </a:lnTo>
                <a:lnTo>
                  <a:pt x="332104" y="1164629"/>
                </a:lnTo>
                <a:cubicBezTo>
                  <a:pt x="148688" y="1164629"/>
                  <a:pt x="0" y="1015940"/>
                  <a:pt x="0" y="832523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63500">
            <a:noFill/>
            <a:round/>
          </a:ln>
          <a:effectLst>
            <a:outerShdw blurRad="596900" algn="ctr" rotWithShape="0">
              <a:schemeClr val="accent2">
                <a:lumMod val="40000"/>
                <a:lumOff val="60000"/>
                <a:alpha val="1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D354558-61D8-D619-F9D3-66500CB19B0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accent2">
                <a:lumMod val="75000"/>
                <a:tint val="45000"/>
                <a:satMod val="400000"/>
              </a:schemeClr>
            </a:duotone>
            <a:alphaModFix amt="50000"/>
          </a:blip>
          <a:srcRect r="39616" b="30535"/>
          <a:stretch/>
        </p:blipFill>
        <p:spPr>
          <a:xfrm>
            <a:off x="14761029" y="27717793"/>
            <a:ext cx="6838496" cy="4681494"/>
          </a:xfrm>
          <a:prstGeom prst="rect">
            <a:avLst/>
          </a:prstGeom>
        </p:spPr>
      </p:pic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5273130-929D-12E7-2330-822CA23F86B3}"/>
              </a:ext>
            </a:extLst>
          </p:cNvPr>
          <p:cNvCxnSpPr>
            <a:cxnSpLocks/>
          </p:cNvCxnSpPr>
          <p:nvPr userDrawn="1"/>
        </p:nvCxnSpPr>
        <p:spPr>
          <a:xfrm>
            <a:off x="3918634" y="3858844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5AEB868-1E3E-0C23-838E-3598DF7AF97B}"/>
              </a:ext>
            </a:extLst>
          </p:cNvPr>
          <p:cNvCxnSpPr>
            <a:cxnSpLocks/>
          </p:cNvCxnSpPr>
          <p:nvPr userDrawn="1"/>
        </p:nvCxnSpPr>
        <p:spPr>
          <a:xfrm>
            <a:off x="16169307" y="3858845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텍스트 개체 틀 58">
            <a:extLst>
              <a:ext uri="{FF2B5EF4-FFF2-40B4-BE49-F238E27FC236}">
                <a16:creationId xmlns:a16="http://schemas.microsoft.com/office/drawing/2014/main" id="{E224F414-AB93-79A5-EA99-0EE4C8EF8CA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043731" y="1186933"/>
            <a:ext cx="7914555" cy="707886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40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 err="1"/>
              <a:t>마이크로디그리명</a:t>
            </a:r>
            <a:endParaRPr lang="ko-KR" altLang="en-US" dirty="0"/>
          </a:p>
        </p:txBody>
      </p:sp>
      <p:sp>
        <p:nvSpPr>
          <p:cNvPr id="61" name="텍스트 개체 틀 58">
            <a:extLst>
              <a:ext uri="{FF2B5EF4-FFF2-40B4-BE49-F238E27FC236}">
                <a16:creationId xmlns:a16="http://schemas.microsoft.com/office/drawing/2014/main" id="{DA089DD9-E553-21CF-B71E-7C073C036FC6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2127420" y="1125378"/>
            <a:ext cx="7914555" cy="830997"/>
          </a:xfrm>
        </p:spPr>
        <p:txBody>
          <a:bodyPr wrap="square" anchor="ctr">
            <a:spAutoFit/>
          </a:bodyPr>
          <a:lstStyle>
            <a:lvl1pPr marL="0" indent="0" algn="r" latinLnBrk="0">
              <a:lnSpc>
                <a:spcPct val="100000"/>
              </a:lnSpc>
              <a:spcBef>
                <a:spcPts val="0"/>
              </a:spcBef>
              <a:buNone/>
              <a:defRPr sz="48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r>
              <a:rPr lang="ko-KR" altLang="en-US" dirty="0"/>
              <a:t>교과목명</a:t>
            </a:r>
          </a:p>
        </p:txBody>
      </p:sp>
      <p:sp>
        <p:nvSpPr>
          <p:cNvPr id="62" name="텍스트 개체 틀 58">
            <a:extLst>
              <a:ext uri="{FF2B5EF4-FFF2-40B4-BE49-F238E27FC236}">
                <a16:creationId xmlns:a16="http://schemas.microsoft.com/office/drawing/2014/main" id="{407C5AC6-09BB-6242-6405-E4682EBE1097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43586" y="2140054"/>
            <a:ext cx="17711211" cy="1400383"/>
          </a:xfrm>
        </p:spPr>
        <p:txBody>
          <a:bodyPr wrap="square" anchor="t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8500">
                <a:ln>
                  <a:noFill/>
                </a:ln>
                <a:solidFill>
                  <a:schemeClr val="bg1"/>
                </a:solidFill>
                <a:latin typeface="페이퍼로지 8 ExtraBold" pitchFamily="2" charset="-127"/>
                <a:ea typeface="페이퍼로지 8 Extra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제목 </a:t>
            </a:r>
            <a:r>
              <a:rPr lang="en-US" altLang="ko-KR" dirty="0"/>
              <a:t>(</a:t>
            </a:r>
            <a:r>
              <a:rPr lang="ko-KR" altLang="en-US" dirty="0"/>
              <a:t>과제명 또는 프로젝트명</a:t>
            </a:r>
            <a:r>
              <a:rPr lang="en-US" altLang="ko-KR" dirty="0"/>
              <a:t>)</a:t>
            </a:r>
          </a:p>
        </p:txBody>
      </p:sp>
      <p:sp>
        <p:nvSpPr>
          <p:cNvPr id="63" name="텍스트 개체 틀 58">
            <a:extLst>
              <a:ext uri="{FF2B5EF4-FFF2-40B4-BE49-F238E27FC236}">
                <a16:creationId xmlns:a16="http://schemas.microsoft.com/office/drawing/2014/main" id="{98F8812B-45D7-6417-12BA-3D6957EF571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663638" y="3747572"/>
            <a:ext cx="2052165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64" name="텍스트 개체 틀 58">
            <a:extLst>
              <a:ext uri="{FF2B5EF4-FFF2-40B4-BE49-F238E27FC236}">
                <a16:creationId xmlns:a16="http://schemas.microsoft.com/office/drawing/2014/main" id="{91858DFE-5E0C-9B0B-0D21-D90091BE111A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4269130" y="3747572"/>
            <a:ext cx="1608133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</a:t>
            </a:r>
          </a:p>
        </p:txBody>
      </p:sp>
      <p:sp>
        <p:nvSpPr>
          <p:cNvPr id="65" name="텍스트 개체 틀 58">
            <a:extLst>
              <a:ext uri="{FF2B5EF4-FFF2-40B4-BE49-F238E27FC236}">
                <a16:creationId xmlns:a16="http://schemas.microsoft.com/office/drawing/2014/main" id="{A6BAC387-519C-9E0D-661E-77AB20EC998B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6461352" y="3747572"/>
            <a:ext cx="2893436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지도교수명</a:t>
            </a:r>
          </a:p>
        </p:txBody>
      </p:sp>
      <p:sp>
        <p:nvSpPr>
          <p:cNvPr id="66" name="텍스트 개체 틀 58">
            <a:extLst>
              <a:ext uri="{FF2B5EF4-FFF2-40B4-BE49-F238E27FC236}">
                <a16:creationId xmlns:a16="http://schemas.microsoft.com/office/drawing/2014/main" id="{8EFA22B7-9E7C-4C9D-389D-89B2AACD348A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121466" y="3747572"/>
            <a:ext cx="9318763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89C6032-0457-388A-85C0-F03441DADBB6}"/>
              </a:ext>
            </a:extLst>
          </p:cNvPr>
          <p:cNvSpPr/>
          <p:nvPr userDrawn="1"/>
        </p:nvSpPr>
        <p:spPr>
          <a:xfrm>
            <a:off x="1643579" y="1216008"/>
            <a:ext cx="1157154" cy="64973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MD</a:t>
            </a:r>
            <a:endParaRPr lang="ko-KR" altLang="en-US" sz="3200" dirty="0">
              <a:solidFill>
                <a:schemeClr val="bg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32A0EA-BA14-5135-0537-B4172A2A2D27}"/>
              </a:ext>
            </a:extLst>
          </p:cNvPr>
          <p:cNvSpPr/>
          <p:nvPr userDrawn="1"/>
        </p:nvSpPr>
        <p:spPr>
          <a:xfrm>
            <a:off x="934666" y="30884705"/>
            <a:ext cx="8554093" cy="83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spAutoFit/>
          </a:bodyPr>
          <a:lstStyle/>
          <a:p>
            <a:r>
              <a:rPr lang="en-US" altLang="ko-KR" sz="4800" dirty="0">
                <a:gradFill>
                  <a:gsLst>
                    <a:gs pos="24000">
                      <a:schemeClr val="accent2"/>
                    </a:gs>
                    <a:gs pos="81000">
                      <a:schemeClr val="accent1"/>
                    </a:gs>
                  </a:gsLst>
                  <a:lin ang="2700000" scaled="1"/>
                </a:gradFill>
                <a:latin typeface="+mj-ea"/>
                <a:ea typeface="+mj-ea"/>
              </a:rPr>
              <a:t>2026</a:t>
            </a:r>
            <a:r>
              <a:rPr lang="ko-KR" altLang="en-US" sz="4800" dirty="0">
                <a:gradFill>
                  <a:gsLst>
                    <a:gs pos="24000">
                      <a:schemeClr val="accent2"/>
                    </a:gs>
                    <a:gs pos="81000">
                      <a:schemeClr val="accent1"/>
                    </a:gs>
                  </a:gsLst>
                  <a:lin ang="2700000" scaled="1"/>
                </a:gradFill>
                <a:latin typeface="+mj-ea"/>
                <a:ea typeface="+mj-ea"/>
              </a:rPr>
              <a:t>년 </a:t>
            </a:r>
            <a:r>
              <a:rPr lang="en-US" altLang="ko-KR" sz="4800" dirty="0">
                <a:gradFill>
                  <a:gsLst>
                    <a:gs pos="24000">
                      <a:schemeClr val="accent2"/>
                    </a:gs>
                    <a:gs pos="81000">
                      <a:schemeClr val="accent1"/>
                    </a:gs>
                  </a:gsLst>
                  <a:lin ang="2700000" scaled="1"/>
                </a:gradFill>
                <a:latin typeface="+mj-ea"/>
                <a:ea typeface="+mj-ea"/>
              </a:rPr>
              <a:t>1</a:t>
            </a:r>
            <a:r>
              <a:rPr lang="ko-KR" altLang="en-US" sz="4800" dirty="0">
                <a:gradFill>
                  <a:gsLst>
                    <a:gs pos="24000">
                      <a:schemeClr val="accent2"/>
                    </a:gs>
                    <a:gs pos="81000">
                      <a:schemeClr val="accent1"/>
                    </a:gs>
                  </a:gsLst>
                  <a:lin ang="2700000" scaled="1"/>
                </a:gradFill>
                <a:latin typeface="+mj-ea"/>
                <a:ea typeface="+mj-ea"/>
              </a:rPr>
              <a:t>학기</a:t>
            </a:r>
            <a:r>
              <a:rPr lang="en-US" altLang="ko-KR" sz="4800" dirty="0">
                <a:gradFill>
                  <a:gsLst>
                    <a:gs pos="24000">
                      <a:schemeClr val="accent2"/>
                    </a:gs>
                    <a:gs pos="81000">
                      <a:schemeClr val="accent1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ko-KR" altLang="en-US" sz="4800" dirty="0" err="1">
                <a:gradFill>
                  <a:gsLst>
                    <a:gs pos="24000">
                      <a:schemeClr val="accent2"/>
                    </a:gs>
                    <a:gs pos="81000">
                      <a:schemeClr val="accent1"/>
                    </a:gs>
                  </a:gsLst>
                  <a:lin ang="2700000" scaled="1"/>
                </a:gradFill>
                <a:latin typeface="+mj-ea"/>
                <a:ea typeface="+mj-ea"/>
              </a:rPr>
              <a:t>마이크로디그리</a:t>
            </a:r>
            <a:r>
              <a:rPr lang="ko-KR" altLang="en-US" sz="4800" dirty="0">
                <a:gradFill>
                  <a:gsLst>
                    <a:gs pos="24000">
                      <a:schemeClr val="accent2"/>
                    </a:gs>
                    <a:gs pos="81000">
                      <a:schemeClr val="accent1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en-US" altLang="ko-KR" sz="4800" dirty="0">
                <a:gradFill>
                  <a:gsLst>
                    <a:gs pos="24000">
                      <a:schemeClr val="accent2"/>
                    </a:gs>
                    <a:gs pos="81000">
                      <a:schemeClr val="accent1"/>
                    </a:gs>
                  </a:gsLst>
                  <a:lin ang="2700000" scaled="1"/>
                </a:gradFill>
                <a:latin typeface="+mj-ea"/>
                <a:ea typeface="+mj-ea"/>
              </a:rPr>
              <a:t>EXPO</a:t>
            </a:r>
            <a:endParaRPr lang="ko-KR" altLang="en-US" sz="4800" dirty="0">
              <a:gradFill>
                <a:gsLst>
                  <a:gs pos="24000">
                    <a:schemeClr val="accent2"/>
                  </a:gs>
                  <a:gs pos="81000">
                    <a:schemeClr val="accent1"/>
                  </a:gs>
                </a:gsLst>
                <a:lin ang="2700000" scaled="1"/>
              </a:gradFill>
              <a:latin typeface="+mj-ea"/>
              <a:ea typeface="+mj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53A1ADA-CC5A-4E16-BD35-6CEB953AB13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468" y="28547366"/>
            <a:ext cx="2590189" cy="190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83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803">
          <p15:clr>
            <a:srgbClr val="FBAE40"/>
          </p15:clr>
        </p15:guide>
        <p15:guide id="3" orient="horz" pos="1020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0869CFC-2FE1-277D-DFE4-2812018482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duotone>
              <a:prstClr val="black"/>
              <a:schemeClr val="accent2">
                <a:lumMod val="75000"/>
                <a:tint val="45000"/>
                <a:satMod val="400000"/>
              </a:schemeClr>
            </a:duotone>
          </a:blip>
          <a:srcRect r="39616" b="30535"/>
          <a:stretch/>
        </p:blipFill>
        <p:spPr>
          <a:xfrm flipH="1">
            <a:off x="0" y="27717793"/>
            <a:ext cx="6838496" cy="4681494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A5A051FA-389B-8CA9-180B-490401DAC452}"/>
              </a:ext>
            </a:extLst>
          </p:cNvPr>
          <p:cNvSpPr/>
          <p:nvPr userDrawn="1"/>
        </p:nvSpPr>
        <p:spPr>
          <a:xfrm>
            <a:off x="0" y="0"/>
            <a:ext cx="21599524" cy="25131963"/>
          </a:xfrm>
          <a:prstGeom prst="rect">
            <a:avLst/>
          </a:prstGeom>
          <a:gradFill flip="none" rotWithShape="1">
            <a:gsLst>
              <a:gs pos="10000">
                <a:schemeClr val="accent2"/>
              </a:gs>
              <a:gs pos="10000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247D5BF-47F4-B7A2-039E-DCB488291682}"/>
              </a:ext>
            </a:extLst>
          </p:cNvPr>
          <p:cNvGrpSpPr/>
          <p:nvPr userDrawn="1"/>
        </p:nvGrpSpPr>
        <p:grpSpPr>
          <a:xfrm>
            <a:off x="-2" y="2"/>
            <a:ext cx="21599529" cy="22772438"/>
            <a:chOff x="-5" y="2"/>
            <a:chExt cx="21599529" cy="22772438"/>
          </a:xfrm>
        </p:grpSpPr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DBA25FAB-024A-81F6-42CA-937B71DB7C61}"/>
                </a:ext>
              </a:extLst>
            </p:cNvPr>
            <p:cNvSpPr/>
            <p:nvPr/>
          </p:nvSpPr>
          <p:spPr>
            <a:xfrm>
              <a:off x="16873202" y="13616595"/>
              <a:ext cx="4726322" cy="9155845"/>
            </a:xfrm>
            <a:custGeom>
              <a:avLst/>
              <a:gdLst>
                <a:gd name="connsiteX0" fmla="*/ 4726322 w 4726322"/>
                <a:gd name="connsiteY0" fmla="*/ 0 h 9155845"/>
                <a:gd name="connsiteX1" fmla="*/ 4726322 w 4726322"/>
                <a:gd name="connsiteY1" fmla="*/ 8718790 h 9155845"/>
                <a:gd name="connsiteX2" fmla="*/ 4585142 w 4726322"/>
                <a:gd name="connsiteY2" fmla="*/ 8801870 h 9155845"/>
                <a:gd name="connsiteX3" fmla="*/ 915276 w 4726322"/>
                <a:gd name="connsiteY3" fmla="*/ 8236008 h 9155845"/>
                <a:gd name="connsiteX4" fmla="*/ 909660 w 4726322"/>
                <a:gd name="connsiteY4" fmla="*/ 3816662 h 9155845"/>
                <a:gd name="connsiteX5" fmla="*/ 4715010 w 4726322"/>
                <a:gd name="connsiteY5" fmla="*/ 11313 h 9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26322" h="9155845">
                  <a:moveTo>
                    <a:pt x="4726322" y="0"/>
                  </a:moveTo>
                  <a:lnTo>
                    <a:pt x="4726322" y="8718790"/>
                  </a:lnTo>
                  <a:lnTo>
                    <a:pt x="4585142" y="8801870"/>
                  </a:lnTo>
                  <a:cubicBezTo>
                    <a:pt x="3406780" y="9418040"/>
                    <a:pt x="1909268" y="9230000"/>
                    <a:pt x="915276" y="8236008"/>
                  </a:cubicBezTo>
                  <a:cubicBezTo>
                    <a:pt x="-302890" y="7017842"/>
                    <a:pt x="-305414" y="5031736"/>
                    <a:pt x="909660" y="3816662"/>
                  </a:cubicBezTo>
                  <a:cubicBezTo>
                    <a:pt x="909660" y="3816662"/>
                    <a:pt x="909660" y="3816662"/>
                    <a:pt x="4715010" y="11313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57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sp>
          <p:nvSpPr>
            <p:cNvPr id="5" name="자유형: 도형 4">
              <a:extLst>
                <a:ext uri="{FF2B5EF4-FFF2-40B4-BE49-F238E27FC236}">
                  <a16:creationId xmlns:a16="http://schemas.microsoft.com/office/drawing/2014/main" id="{D9F5731D-C7D0-5328-45DF-0A7CB270B928}"/>
                </a:ext>
              </a:extLst>
            </p:cNvPr>
            <p:cNvSpPr/>
            <p:nvPr/>
          </p:nvSpPr>
          <p:spPr>
            <a:xfrm>
              <a:off x="1" y="2"/>
              <a:ext cx="2399449" cy="3526970"/>
            </a:xfrm>
            <a:custGeom>
              <a:avLst/>
              <a:gdLst>
                <a:gd name="connsiteX0" fmla="*/ 0 w 4007903"/>
                <a:gd name="connsiteY0" fmla="*/ 0 h 5891251"/>
                <a:gd name="connsiteX1" fmla="*/ 3910401 w 4007903"/>
                <a:gd name="connsiteY1" fmla="*/ 0 h 5891251"/>
                <a:gd name="connsiteX2" fmla="*/ 3956225 w 4007903"/>
                <a:gd name="connsiteY2" fmla="*/ 187496 h 5891251"/>
                <a:gd name="connsiteX3" fmla="*/ 3194454 w 4007903"/>
                <a:gd name="connsiteY3" fmla="*/ 2696797 h 5891251"/>
                <a:gd name="connsiteX4" fmla="*/ 131606 w 4007903"/>
                <a:gd name="connsiteY4" fmla="*/ 5759646 h 5891251"/>
                <a:gd name="connsiteX5" fmla="*/ 0 w 4007903"/>
                <a:gd name="connsiteY5" fmla="*/ 5891251 h 5891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07903" h="5891251">
                  <a:moveTo>
                    <a:pt x="0" y="0"/>
                  </a:moveTo>
                  <a:lnTo>
                    <a:pt x="3910401" y="0"/>
                  </a:lnTo>
                  <a:lnTo>
                    <a:pt x="3956225" y="187496"/>
                  </a:lnTo>
                  <a:cubicBezTo>
                    <a:pt x="4127336" y="1069268"/>
                    <a:pt x="3873555" y="2017697"/>
                    <a:pt x="3194454" y="2696797"/>
                  </a:cubicBezTo>
                  <a:cubicBezTo>
                    <a:pt x="3194454" y="2696797"/>
                    <a:pt x="3194454" y="2696797"/>
                    <a:pt x="131606" y="5759646"/>
                  </a:cubicBezTo>
                  <a:lnTo>
                    <a:pt x="0" y="5891251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16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729CFD5-EC38-93C8-F697-93CD4091E8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644848" y="2450291"/>
              <a:ext cx="411633" cy="1639997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5D67018-1C43-61F0-1DBD-5C36E99C5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30000"/>
            </a:blip>
            <a:srcRect r="-361" b="61544"/>
            <a:stretch/>
          </p:blipFill>
          <p:spPr>
            <a:xfrm rot="5400000">
              <a:off x="-5233351" y="12142425"/>
              <a:ext cx="13558236" cy="3091543"/>
            </a:xfrm>
            <a:prstGeom prst="rect">
              <a:avLst/>
            </a:prstGeom>
          </p:spPr>
        </p:pic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2B785AC1-9B2E-48A9-3A98-579CCD956922}"/>
              </a:ext>
            </a:extLst>
          </p:cNvPr>
          <p:cNvGrpSpPr/>
          <p:nvPr userDrawn="1"/>
        </p:nvGrpSpPr>
        <p:grpSpPr>
          <a:xfrm>
            <a:off x="615593" y="24408212"/>
            <a:ext cx="20368338" cy="723751"/>
            <a:chOff x="615593" y="24766459"/>
            <a:chExt cx="20368338" cy="723751"/>
          </a:xfrm>
        </p:grpSpPr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4F7C9DEE-6D63-C982-63A6-C2294BB4054F}"/>
                </a:ext>
              </a:extLst>
            </p:cNvPr>
            <p:cNvSpPr/>
            <p:nvPr/>
          </p:nvSpPr>
          <p:spPr>
            <a:xfrm flipH="1" flipV="1">
              <a:off x="20260180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0FF9B7D0-C2BD-0E40-1375-ED6ED90B6BB6}"/>
                </a:ext>
              </a:extLst>
            </p:cNvPr>
            <p:cNvSpPr/>
            <p:nvPr/>
          </p:nvSpPr>
          <p:spPr>
            <a:xfrm flipV="1">
              <a:off x="615593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6DD2593D-29CC-FBC6-14E1-11CD7CC7186F}"/>
              </a:ext>
            </a:extLst>
          </p:cNvPr>
          <p:cNvSpPr/>
          <p:nvPr/>
        </p:nvSpPr>
        <p:spPr>
          <a:xfrm>
            <a:off x="1340904" y="5018320"/>
            <a:ext cx="18917716" cy="23029296"/>
          </a:xfrm>
          <a:custGeom>
            <a:avLst/>
            <a:gdLst>
              <a:gd name="connsiteX0" fmla="*/ 314980 w 18917716"/>
              <a:gd name="connsiteY0" fmla="*/ 0 h 23029296"/>
              <a:gd name="connsiteX1" fmla="*/ 17784780 w 18917716"/>
              <a:gd name="connsiteY1" fmla="*/ 0 h 23029296"/>
              <a:gd name="connsiteX2" fmla="*/ 18917716 w 18917716"/>
              <a:gd name="connsiteY2" fmla="*/ 1144180 h 23029296"/>
              <a:gd name="connsiteX3" fmla="*/ 18917716 w 18917716"/>
              <a:gd name="connsiteY3" fmla="*/ 1288555 h 23029296"/>
              <a:gd name="connsiteX4" fmla="*/ 18917716 w 18917716"/>
              <a:gd name="connsiteY4" fmla="*/ 2184364 h 23029296"/>
              <a:gd name="connsiteX5" fmla="*/ 18917716 w 18917716"/>
              <a:gd name="connsiteY5" fmla="*/ 2328742 h 23029296"/>
              <a:gd name="connsiteX6" fmla="*/ 18917716 w 18917716"/>
              <a:gd name="connsiteY6" fmla="*/ 2673624 h 23029296"/>
              <a:gd name="connsiteX7" fmla="*/ 18917716 w 18917716"/>
              <a:gd name="connsiteY7" fmla="*/ 2818000 h 23029296"/>
              <a:gd name="connsiteX8" fmla="*/ 18917716 w 18917716"/>
              <a:gd name="connsiteY8" fmla="*/ 3015721 h 23029296"/>
              <a:gd name="connsiteX9" fmla="*/ 18917716 w 18917716"/>
              <a:gd name="connsiteY9" fmla="*/ 3160100 h 23029296"/>
              <a:gd name="connsiteX10" fmla="*/ 18917716 w 18917716"/>
              <a:gd name="connsiteY10" fmla="*/ 3713808 h 23029296"/>
              <a:gd name="connsiteX11" fmla="*/ 18917716 w 18917716"/>
              <a:gd name="connsiteY11" fmla="*/ 3858186 h 23029296"/>
              <a:gd name="connsiteX12" fmla="*/ 18917716 w 18917716"/>
              <a:gd name="connsiteY12" fmla="*/ 4055906 h 23029296"/>
              <a:gd name="connsiteX13" fmla="*/ 18917716 w 18917716"/>
              <a:gd name="connsiteY13" fmla="*/ 4182346 h 23029296"/>
              <a:gd name="connsiteX14" fmla="*/ 18917716 w 18917716"/>
              <a:gd name="connsiteY14" fmla="*/ 4200284 h 23029296"/>
              <a:gd name="connsiteX15" fmla="*/ 18917716 w 18917716"/>
              <a:gd name="connsiteY15" fmla="*/ 4326722 h 23029296"/>
              <a:gd name="connsiteX16" fmla="*/ 18917716 w 18917716"/>
              <a:gd name="connsiteY16" fmla="*/ 4545165 h 23029296"/>
              <a:gd name="connsiteX17" fmla="*/ 18917716 w 18917716"/>
              <a:gd name="connsiteY17" fmla="*/ 4689544 h 23029296"/>
              <a:gd name="connsiteX18" fmla="*/ 18917716 w 18917716"/>
              <a:gd name="connsiteY18" fmla="*/ 5222530 h 23029296"/>
              <a:gd name="connsiteX19" fmla="*/ 18917716 w 18917716"/>
              <a:gd name="connsiteY19" fmla="*/ 5366908 h 23029296"/>
              <a:gd name="connsiteX20" fmla="*/ 18917716 w 18917716"/>
              <a:gd name="connsiteY20" fmla="*/ 5585351 h 23029296"/>
              <a:gd name="connsiteX21" fmla="*/ 18917716 w 18917716"/>
              <a:gd name="connsiteY21" fmla="*/ 5711791 h 23029296"/>
              <a:gd name="connsiteX22" fmla="*/ 18917716 w 18917716"/>
              <a:gd name="connsiteY22" fmla="*/ 5729729 h 23029296"/>
              <a:gd name="connsiteX23" fmla="*/ 18917716 w 18917716"/>
              <a:gd name="connsiteY23" fmla="*/ 5856167 h 23029296"/>
              <a:gd name="connsiteX24" fmla="*/ 18917716 w 18917716"/>
              <a:gd name="connsiteY24" fmla="*/ 6053887 h 23029296"/>
              <a:gd name="connsiteX25" fmla="*/ 18917716 w 18917716"/>
              <a:gd name="connsiteY25" fmla="*/ 6198266 h 23029296"/>
              <a:gd name="connsiteX26" fmla="*/ 18917716 w 18917716"/>
              <a:gd name="connsiteY26" fmla="*/ 6751975 h 23029296"/>
              <a:gd name="connsiteX27" fmla="*/ 18917716 w 18917716"/>
              <a:gd name="connsiteY27" fmla="*/ 6896353 h 23029296"/>
              <a:gd name="connsiteX28" fmla="*/ 18917716 w 18917716"/>
              <a:gd name="connsiteY28" fmla="*/ 7094073 h 23029296"/>
              <a:gd name="connsiteX29" fmla="*/ 18917716 w 18917716"/>
              <a:gd name="connsiteY29" fmla="*/ 7238451 h 23029296"/>
              <a:gd name="connsiteX30" fmla="*/ 18917716 w 18917716"/>
              <a:gd name="connsiteY30" fmla="*/ 7583332 h 23029296"/>
              <a:gd name="connsiteX31" fmla="*/ 18917716 w 18917716"/>
              <a:gd name="connsiteY31" fmla="*/ 7727711 h 23029296"/>
              <a:gd name="connsiteX32" fmla="*/ 18917716 w 18917716"/>
              <a:gd name="connsiteY32" fmla="*/ 8623518 h 23029296"/>
              <a:gd name="connsiteX33" fmla="*/ 18917716 w 18917716"/>
              <a:gd name="connsiteY33" fmla="*/ 8767896 h 23029296"/>
              <a:gd name="connsiteX34" fmla="*/ 18917716 w 18917716"/>
              <a:gd name="connsiteY34" fmla="*/ 17597268 h 23029296"/>
              <a:gd name="connsiteX35" fmla="*/ 18917716 w 18917716"/>
              <a:gd name="connsiteY35" fmla="*/ 17741644 h 23029296"/>
              <a:gd name="connsiteX36" fmla="*/ 18917716 w 18917716"/>
              <a:gd name="connsiteY36" fmla="*/ 18461684 h 23029296"/>
              <a:gd name="connsiteX37" fmla="*/ 18917716 w 18917716"/>
              <a:gd name="connsiteY37" fmla="*/ 19126714 h 23029296"/>
              <a:gd name="connsiteX38" fmla="*/ 18917716 w 18917716"/>
              <a:gd name="connsiteY38" fmla="*/ 19271090 h 23029296"/>
              <a:gd name="connsiteX39" fmla="*/ 18917716 w 18917716"/>
              <a:gd name="connsiteY39" fmla="*/ 19991130 h 23029296"/>
              <a:gd name="connsiteX40" fmla="*/ 18917716 w 18917716"/>
              <a:gd name="connsiteY40" fmla="*/ 20635436 h 23029296"/>
              <a:gd name="connsiteX41" fmla="*/ 18917716 w 18917716"/>
              <a:gd name="connsiteY41" fmla="*/ 20779812 h 23029296"/>
              <a:gd name="connsiteX42" fmla="*/ 18917716 w 18917716"/>
              <a:gd name="connsiteY42" fmla="*/ 21499852 h 23029296"/>
              <a:gd name="connsiteX43" fmla="*/ 18917716 w 18917716"/>
              <a:gd name="connsiteY43" fmla="*/ 22164880 h 23029296"/>
              <a:gd name="connsiteX44" fmla="*/ 18917716 w 18917716"/>
              <a:gd name="connsiteY44" fmla="*/ 22309256 h 23029296"/>
              <a:gd name="connsiteX45" fmla="*/ 18917716 w 18917716"/>
              <a:gd name="connsiteY45" fmla="*/ 23029296 h 23029296"/>
              <a:gd name="connsiteX46" fmla="*/ 0 w 18917716"/>
              <a:gd name="connsiteY46" fmla="*/ 23029296 h 23029296"/>
              <a:gd name="connsiteX47" fmla="*/ 0 w 18917716"/>
              <a:gd name="connsiteY47" fmla="*/ 22309256 h 23029296"/>
              <a:gd name="connsiteX48" fmla="*/ 0 w 18917716"/>
              <a:gd name="connsiteY48" fmla="*/ 22164880 h 23029296"/>
              <a:gd name="connsiteX49" fmla="*/ 0 w 18917716"/>
              <a:gd name="connsiteY49" fmla="*/ 21499852 h 23029296"/>
              <a:gd name="connsiteX50" fmla="*/ 0 w 18917716"/>
              <a:gd name="connsiteY50" fmla="*/ 20779812 h 23029296"/>
              <a:gd name="connsiteX51" fmla="*/ 0 w 18917716"/>
              <a:gd name="connsiteY51" fmla="*/ 20635436 h 23029296"/>
              <a:gd name="connsiteX52" fmla="*/ 0 w 18917716"/>
              <a:gd name="connsiteY52" fmla="*/ 19991130 h 23029296"/>
              <a:gd name="connsiteX53" fmla="*/ 0 w 18917716"/>
              <a:gd name="connsiteY53" fmla="*/ 19271090 h 23029296"/>
              <a:gd name="connsiteX54" fmla="*/ 0 w 18917716"/>
              <a:gd name="connsiteY54" fmla="*/ 19126714 h 23029296"/>
              <a:gd name="connsiteX55" fmla="*/ 0 w 18917716"/>
              <a:gd name="connsiteY55" fmla="*/ 18461684 h 23029296"/>
              <a:gd name="connsiteX56" fmla="*/ 0 w 18917716"/>
              <a:gd name="connsiteY56" fmla="*/ 17741644 h 23029296"/>
              <a:gd name="connsiteX57" fmla="*/ 0 w 18917716"/>
              <a:gd name="connsiteY57" fmla="*/ 17597268 h 23029296"/>
              <a:gd name="connsiteX58" fmla="*/ 0 w 18917716"/>
              <a:gd name="connsiteY58" fmla="*/ 7941823 h 23029296"/>
              <a:gd name="connsiteX59" fmla="*/ 0 w 18917716"/>
              <a:gd name="connsiteY59" fmla="*/ 7797445 h 23029296"/>
              <a:gd name="connsiteX60" fmla="*/ 0 w 18917716"/>
              <a:gd name="connsiteY60" fmla="*/ 6901638 h 23029296"/>
              <a:gd name="connsiteX61" fmla="*/ 0 w 18917716"/>
              <a:gd name="connsiteY61" fmla="*/ 6757259 h 23029296"/>
              <a:gd name="connsiteX62" fmla="*/ 0 w 18917716"/>
              <a:gd name="connsiteY62" fmla="*/ 6412378 h 23029296"/>
              <a:gd name="connsiteX63" fmla="*/ 0 w 18917716"/>
              <a:gd name="connsiteY63" fmla="*/ 6268000 h 23029296"/>
              <a:gd name="connsiteX64" fmla="*/ 0 w 18917716"/>
              <a:gd name="connsiteY64" fmla="*/ 6070281 h 23029296"/>
              <a:gd name="connsiteX65" fmla="*/ 0 w 18917716"/>
              <a:gd name="connsiteY65" fmla="*/ 5925905 h 23029296"/>
              <a:gd name="connsiteX66" fmla="*/ 0 w 18917716"/>
              <a:gd name="connsiteY66" fmla="*/ 5372193 h 23029296"/>
              <a:gd name="connsiteX67" fmla="*/ 0 w 18917716"/>
              <a:gd name="connsiteY67" fmla="*/ 5227814 h 23029296"/>
              <a:gd name="connsiteX68" fmla="*/ 0 w 18917716"/>
              <a:gd name="connsiteY68" fmla="*/ 5030095 h 23029296"/>
              <a:gd name="connsiteX69" fmla="*/ 0 w 18917716"/>
              <a:gd name="connsiteY69" fmla="*/ 4903656 h 23029296"/>
              <a:gd name="connsiteX70" fmla="*/ 0 w 18917716"/>
              <a:gd name="connsiteY70" fmla="*/ 4885718 h 23029296"/>
              <a:gd name="connsiteX71" fmla="*/ 0 w 18917716"/>
              <a:gd name="connsiteY71" fmla="*/ 4759279 h 23029296"/>
              <a:gd name="connsiteX72" fmla="*/ 0 w 18917716"/>
              <a:gd name="connsiteY72" fmla="*/ 4540836 h 23029296"/>
              <a:gd name="connsiteX73" fmla="*/ 0 w 18917716"/>
              <a:gd name="connsiteY73" fmla="*/ 4396460 h 23029296"/>
              <a:gd name="connsiteX74" fmla="*/ 0 w 18917716"/>
              <a:gd name="connsiteY74" fmla="*/ 3863471 h 23029296"/>
              <a:gd name="connsiteX75" fmla="*/ 0 w 18917716"/>
              <a:gd name="connsiteY75" fmla="*/ 3719092 h 23029296"/>
              <a:gd name="connsiteX76" fmla="*/ 0 w 18917716"/>
              <a:gd name="connsiteY76" fmla="*/ 3500649 h 23029296"/>
              <a:gd name="connsiteX77" fmla="*/ 0 w 18917716"/>
              <a:gd name="connsiteY77" fmla="*/ 3374211 h 23029296"/>
              <a:gd name="connsiteX78" fmla="*/ 0 w 18917716"/>
              <a:gd name="connsiteY78" fmla="*/ 3356274 h 23029296"/>
              <a:gd name="connsiteX79" fmla="*/ 0 w 18917716"/>
              <a:gd name="connsiteY79" fmla="*/ 3229833 h 23029296"/>
              <a:gd name="connsiteX80" fmla="*/ 0 w 18917716"/>
              <a:gd name="connsiteY80" fmla="*/ 3032114 h 23029296"/>
              <a:gd name="connsiteX81" fmla="*/ 0 w 18917716"/>
              <a:gd name="connsiteY81" fmla="*/ 2887738 h 23029296"/>
              <a:gd name="connsiteX82" fmla="*/ 0 w 18917716"/>
              <a:gd name="connsiteY82" fmla="*/ 2334027 h 23029296"/>
              <a:gd name="connsiteX83" fmla="*/ 0 w 18917716"/>
              <a:gd name="connsiteY83" fmla="*/ 2189648 h 23029296"/>
              <a:gd name="connsiteX84" fmla="*/ 0 w 18917716"/>
              <a:gd name="connsiteY84" fmla="*/ 1991929 h 23029296"/>
              <a:gd name="connsiteX85" fmla="*/ 0 w 18917716"/>
              <a:gd name="connsiteY85" fmla="*/ 1847552 h 23029296"/>
              <a:gd name="connsiteX86" fmla="*/ 0 w 18917716"/>
              <a:gd name="connsiteY86" fmla="*/ 1502669 h 23029296"/>
              <a:gd name="connsiteX87" fmla="*/ 0 w 18917716"/>
              <a:gd name="connsiteY87" fmla="*/ 1358293 h 23029296"/>
              <a:gd name="connsiteX88" fmla="*/ 0 w 18917716"/>
              <a:gd name="connsiteY88" fmla="*/ 462483 h 23029296"/>
              <a:gd name="connsiteX89" fmla="*/ 0 w 18917716"/>
              <a:gd name="connsiteY89" fmla="*/ 318107 h 23029296"/>
              <a:gd name="connsiteX90" fmla="*/ 314980 w 18917716"/>
              <a:gd name="connsiteY90" fmla="*/ 0 h 23029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8917716" h="23029296">
                <a:moveTo>
                  <a:pt x="314980" y="0"/>
                </a:moveTo>
                <a:lnTo>
                  <a:pt x="17784780" y="0"/>
                </a:lnTo>
                <a:lnTo>
                  <a:pt x="18917716" y="1144180"/>
                </a:lnTo>
                <a:lnTo>
                  <a:pt x="18917716" y="1288555"/>
                </a:lnTo>
                <a:lnTo>
                  <a:pt x="18917716" y="2184364"/>
                </a:lnTo>
                <a:lnTo>
                  <a:pt x="18917716" y="2328742"/>
                </a:lnTo>
                <a:lnTo>
                  <a:pt x="18917716" y="2673624"/>
                </a:lnTo>
                <a:lnTo>
                  <a:pt x="18917716" y="2818000"/>
                </a:lnTo>
                <a:lnTo>
                  <a:pt x="18917716" y="3015721"/>
                </a:lnTo>
                <a:lnTo>
                  <a:pt x="18917716" y="3160100"/>
                </a:lnTo>
                <a:lnTo>
                  <a:pt x="18917716" y="3713808"/>
                </a:lnTo>
                <a:lnTo>
                  <a:pt x="18917716" y="3858186"/>
                </a:lnTo>
                <a:lnTo>
                  <a:pt x="18917716" y="4055906"/>
                </a:lnTo>
                <a:lnTo>
                  <a:pt x="18917716" y="4182346"/>
                </a:lnTo>
                <a:lnTo>
                  <a:pt x="18917716" y="4200284"/>
                </a:lnTo>
                <a:lnTo>
                  <a:pt x="18917716" y="4326722"/>
                </a:lnTo>
                <a:lnTo>
                  <a:pt x="18917716" y="4545165"/>
                </a:lnTo>
                <a:lnTo>
                  <a:pt x="18917716" y="4689544"/>
                </a:lnTo>
                <a:lnTo>
                  <a:pt x="18917716" y="5222530"/>
                </a:lnTo>
                <a:lnTo>
                  <a:pt x="18917716" y="5366908"/>
                </a:lnTo>
                <a:lnTo>
                  <a:pt x="18917716" y="5585351"/>
                </a:lnTo>
                <a:lnTo>
                  <a:pt x="18917716" y="5711791"/>
                </a:lnTo>
                <a:lnTo>
                  <a:pt x="18917716" y="5729729"/>
                </a:lnTo>
                <a:lnTo>
                  <a:pt x="18917716" y="5856167"/>
                </a:lnTo>
                <a:lnTo>
                  <a:pt x="18917716" y="6053887"/>
                </a:lnTo>
                <a:lnTo>
                  <a:pt x="18917716" y="6198266"/>
                </a:lnTo>
                <a:lnTo>
                  <a:pt x="18917716" y="6751975"/>
                </a:lnTo>
                <a:lnTo>
                  <a:pt x="18917716" y="6896353"/>
                </a:lnTo>
                <a:lnTo>
                  <a:pt x="18917716" y="7094073"/>
                </a:lnTo>
                <a:lnTo>
                  <a:pt x="18917716" y="7238451"/>
                </a:lnTo>
                <a:lnTo>
                  <a:pt x="18917716" y="7583332"/>
                </a:lnTo>
                <a:lnTo>
                  <a:pt x="18917716" y="7727711"/>
                </a:lnTo>
                <a:lnTo>
                  <a:pt x="18917716" y="8623518"/>
                </a:lnTo>
                <a:lnTo>
                  <a:pt x="18917716" y="8767896"/>
                </a:lnTo>
                <a:lnTo>
                  <a:pt x="18917716" y="17597268"/>
                </a:lnTo>
                <a:lnTo>
                  <a:pt x="18917716" y="17741644"/>
                </a:lnTo>
                <a:lnTo>
                  <a:pt x="18917716" y="18461684"/>
                </a:lnTo>
                <a:lnTo>
                  <a:pt x="18917716" y="19126714"/>
                </a:lnTo>
                <a:lnTo>
                  <a:pt x="18917716" y="19271090"/>
                </a:lnTo>
                <a:lnTo>
                  <a:pt x="18917716" y="19991130"/>
                </a:lnTo>
                <a:lnTo>
                  <a:pt x="18917716" y="20635436"/>
                </a:lnTo>
                <a:lnTo>
                  <a:pt x="18917716" y="20779812"/>
                </a:lnTo>
                <a:lnTo>
                  <a:pt x="18917716" y="21499852"/>
                </a:lnTo>
                <a:lnTo>
                  <a:pt x="18917716" y="22164880"/>
                </a:lnTo>
                <a:lnTo>
                  <a:pt x="18917716" y="22309256"/>
                </a:lnTo>
                <a:lnTo>
                  <a:pt x="18917716" y="23029296"/>
                </a:lnTo>
                <a:lnTo>
                  <a:pt x="0" y="23029296"/>
                </a:lnTo>
                <a:lnTo>
                  <a:pt x="0" y="22309256"/>
                </a:lnTo>
                <a:lnTo>
                  <a:pt x="0" y="22164880"/>
                </a:lnTo>
                <a:lnTo>
                  <a:pt x="0" y="21499852"/>
                </a:lnTo>
                <a:lnTo>
                  <a:pt x="0" y="20779812"/>
                </a:lnTo>
                <a:lnTo>
                  <a:pt x="0" y="20635436"/>
                </a:lnTo>
                <a:lnTo>
                  <a:pt x="0" y="19991130"/>
                </a:lnTo>
                <a:lnTo>
                  <a:pt x="0" y="19271090"/>
                </a:lnTo>
                <a:lnTo>
                  <a:pt x="0" y="19126714"/>
                </a:lnTo>
                <a:lnTo>
                  <a:pt x="0" y="18461684"/>
                </a:lnTo>
                <a:lnTo>
                  <a:pt x="0" y="17741644"/>
                </a:lnTo>
                <a:lnTo>
                  <a:pt x="0" y="17597268"/>
                </a:lnTo>
                <a:lnTo>
                  <a:pt x="0" y="7941823"/>
                </a:lnTo>
                <a:lnTo>
                  <a:pt x="0" y="7797445"/>
                </a:lnTo>
                <a:lnTo>
                  <a:pt x="0" y="6901638"/>
                </a:lnTo>
                <a:lnTo>
                  <a:pt x="0" y="6757259"/>
                </a:lnTo>
                <a:lnTo>
                  <a:pt x="0" y="6412378"/>
                </a:lnTo>
                <a:lnTo>
                  <a:pt x="0" y="6268000"/>
                </a:lnTo>
                <a:lnTo>
                  <a:pt x="0" y="6070281"/>
                </a:lnTo>
                <a:lnTo>
                  <a:pt x="0" y="5925905"/>
                </a:lnTo>
                <a:lnTo>
                  <a:pt x="0" y="5372193"/>
                </a:lnTo>
                <a:lnTo>
                  <a:pt x="0" y="5227814"/>
                </a:lnTo>
                <a:lnTo>
                  <a:pt x="0" y="5030095"/>
                </a:lnTo>
                <a:lnTo>
                  <a:pt x="0" y="4903656"/>
                </a:lnTo>
                <a:lnTo>
                  <a:pt x="0" y="4885718"/>
                </a:lnTo>
                <a:lnTo>
                  <a:pt x="0" y="4759279"/>
                </a:lnTo>
                <a:lnTo>
                  <a:pt x="0" y="4540836"/>
                </a:lnTo>
                <a:lnTo>
                  <a:pt x="0" y="4396460"/>
                </a:lnTo>
                <a:lnTo>
                  <a:pt x="0" y="3863471"/>
                </a:lnTo>
                <a:lnTo>
                  <a:pt x="0" y="3719092"/>
                </a:lnTo>
                <a:lnTo>
                  <a:pt x="0" y="3500649"/>
                </a:lnTo>
                <a:lnTo>
                  <a:pt x="0" y="3374211"/>
                </a:lnTo>
                <a:lnTo>
                  <a:pt x="0" y="3356274"/>
                </a:lnTo>
                <a:lnTo>
                  <a:pt x="0" y="3229833"/>
                </a:lnTo>
                <a:lnTo>
                  <a:pt x="0" y="3032114"/>
                </a:lnTo>
                <a:lnTo>
                  <a:pt x="0" y="2887738"/>
                </a:lnTo>
                <a:lnTo>
                  <a:pt x="0" y="2334027"/>
                </a:lnTo>
                <a:lnTo>
                  <a:pt x="0" y="2189648"/>
                </a:lnTo>
                <a:lnTo>
                  <a:pt x="0" y="1991929"/>
                </a:lnTo>
                <a:lnTo>
                  <a:pt x="0" y="1847552"/>
                </a:lnTo>
                <a:lnTo>
                  <a:pt x="0" y="1502669"/>
                </a:lnTo>
                <a:lnTo>
                  <a:pt x="0" y="1358293"/>
                </a:lnTo>
                <a:lnTo>
                  <a:pt x="0" y="462483"/>
                </a:lnTo>
                <a:lnTo>
                  <a:pt x="0" y="318107"/>
                </a:lnTo>
                <a:cubicBezTo>
                  <a:pt x="0" y="142422"/>
                  <a:pt x="141022" y="0"/>
                  <a:pt x="314980" y="0"/>
                </a:cubicBezTo>
                <a:close/>
              </a:path>
            </a:pathLst>
          </a:custGeom>
          <a:solidFill>
            <a:schemeClr val="bg1"/>
          </a:solidFill>
          <a:ln w="63500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2CDFE521-F2D1-0BC2-4005-CF5D95B1B710}"/>
              </a:ext>
            </a:extLst>
          </p:cNvPr>
          <p:cNvSpPr/>
          <p:nvPr/>
        </p:nvSpPr>
        <p:spPr>
          <a:xfrm>
            <a:off x="19128241" y="5018320"/>
            <a:ext cx="1132938" cy="1132940"/>
          </a:xfrm>
          <a:custGeom>
            <a:avLst/>
            <a:gdLst>
              <a:gd name="connsiteX0" fmla="*/ 0 w 1164628"/>
              <a:gd name="connsiteY0" fmla="*/ 0 h 1164629"/>
              <a:gd name="connsiteX1" fmla="*/ 1164628 w 1164628"/>
              <a:gd name="connsiteY1" fmla="*/ 1164629 h 1164629"/>
              <a:gd name="connsiteX2" fmla="*/ 332104 w 1164628"/>
              <a:gd name="connsiteY2" fmla="*/ 1164629 h 1164629"/>
              <a:gd name="connsiteX3" fmla="*/ 0 w 1164628"/>
              <a:gd name="connsiteY3" fmla="*/ 832523 h 116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4628" h="1164629">
                <a:moveTo>
                  <a:pt x="0" y="0"/>
                </a:moveTo>
                <a:lnTo>
                  <a:pt x="1164628" y="1164629"/>
                </a:lnTo>
                <a:lnTo>
                  <a:pt x="332104" y="1164629"/>
                </a:lnTo>
                <a:cubicBezTo>
                  <a:pt x="148688" y="1164629"/>
                  <a:pt x="0" y="1015940"/>
                  <a:pt x="0" y="832523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63500">
            <a:noFill/>
            <a:round/>
          </a:ln>
          <a:effectLst>
            <a:outerShdw blurRad="596900" algn="ctr" rotWithShape="0">
              <a:schemeClr val="accent2">
                <a:lumMod val="40000"/>
                <a:lumOff val="60000"/>
                <a:alpha val="1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5273130-929D-12E7-2330-822CA23F86B3}"/>
              </a:ext>
            </a:extLst>
          </p:cNvPr>
          <p:cNvCxnSpPr>
            <a:cxnSpLocks/>
          </p:cNvCxnSpPr>
          <p:nvPr userDrawn="1"/>
        </p:nvCxnSpPr>
        <p:spPr>
          <a:xfrm>
            <a:off x="3918634" y="3858844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5AEB868-1E3E-0C23-838E-3598DF7AF97B}"/>
              </a:ext>
            </a:extLst>
          </p:cNvPr>
          <p:cNvCxnSpPr>
            <a:cxnSpLocks/>
          </p:cNvCxnSpPr>
          <p:nvPr userDrawn="1"/>
        </p:nvCxnSpPr>
        <p:spPr>
          <a:xfrm>
            <a:off x="16169307" y="3858845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텍스트 개체 틀 58">
            <a:extLst>
              <a:ext uri="{FF2B5EF4-FFF2-40B4-BE49-F238E27FC236}">
                <a16:creationId xmlns:a16="http://schemas.microsoft.com/office/drawing/2014/main" id="{E224F414-AB93-79A5-EA99-0EE4C8EF8CA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043731" y="1186933"/>
            <a:ext cx="7914555" cy="707886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40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 err="1"/>
              <a:t>마이크로디그리명</a:t>
            </a:r>
            <a:endParaRPr lang="ko-KR" altLang="en-US" dirty="0"/>
          </a:p>
        </p:txBody>
      </p:sp>
      <p:sp>
        <p:nvSpPr>
          <p:cNvPr id="61" name="텍스트 개체 틀 58">
            <a:extLst>
              <a:ext uri="{FF2B5EF4-FFF2-40B4-BE49-F238E27FC236}">
                <a16:creationId xmlns:a16="http://schemas.microsoft.com/office/drawing/2014/main" id="{DA089DD9-E553-21CF-B71E-7C073C036FC6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2127420" y="1125378"/>
            <a:ext cx="7914555" cy="830997"/>
          </a:xfrm>
        </p:spPr>
        <p:txBody>
          <a:bodyPr wrap="square" anchor="ctr">
            <a:spAutoFit/>
          </a:bodyPr>
          <a:lstStyle>
            <a:lvl1pPr marL="0" indent="0" algn="r" latinLnBrk="0">
              <a:lnSpc>
                <a:spcPct val="100000"/>
              </a:lnSpc>
              <a:spcBef>
                <a:spcPts val="0"/>
              </a:spcBef>
              <a:buNone/>
              <a:defRPr sz="48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r>
              <a:rPr lang="ko-KR" altLang="en-US" dirty="0"/>
              <a:t>교과목명</a:t>
            </a:r>
          </a:p>
        </p:txBody>
      </p:sp>
      <p:sp>
        <p:nvSpPr>
          <p:cNvPr id="62" name="텍스트 개체 틀 58">
            <a:extLst>
              <a:ext uri="{FF2B5EF4-FFF2-40B4-BE49-F238E27FC236}">
                <a16:creationId xmlns:a16="http://schemas.microsoft.com/office/drawing/2014/main" id="{407C5AC6-09BB-6242-6405-E4682EBE1097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43586" y="2140054"/>
            <a:ext cx="17711211" cy="1400383"/>
          </a:xfrm>
        </p:spPr>
        <p:txBody>
          <a:bodyPr wrap="square" anchor="t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8500">
                <a:ln>
                  <a:noFill/>
                </a:ln>
                <a:solidFill>
                  <a:schemeClr val="bg1"/>
                </a:solidFill>
                <a:latin typeface="페이퍼로지 8 ExtraBold" pitchFamily="2" charset="-127"/>
                <a:ea typeface="페이퍼로지 8 Extra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제목 </a:t>
            </a:r>
            <a:r>
              <a:rPr lang="en-US" altLang="ko-KR" dirty="0"/>
              <a:t>(</a:t>
            </a:r>
            <a:r>
              <a:rPr lang="ko-KR" altLang="en-US" dirty="0"/>
              <a:t>과제명 또는 프로젝트명</a:t>
            </a:r>
            <a:r>
              <a:rPr lang="en-US" altLang="ko-KR" dirty="0"/>
              <a:t>)</a:t>
            </a:r>
          </a:p>
        </p:txBody>
      </p:sp>
      <p:sp>
        <p:nvSpPr>
          <p:cNvPr id="63" name="텍스트 개체 틀 58">
            <a:extLst>
              <a:ext uri="{FF2B5EF4-FFF2-40B4-BE49-F238E27FC236}">
                <a16:creationId xmlns:a16="http://schemas.microsoft.com/office/drawing/2014/main" id="{98F8812B-45D7-6417-12BA-3D6957EF571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663638" y="3747572"/>
            <a:ext cx="2052165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64" name="텍스트 개체 틀 58">
            <a:extLst>
              <a:ext uri="{FF2B5EF4-FFF2-40B4-BE49-F238E27FC236}">
                <a16:creationId xmlns:a16="http://schemas.microsoft.com/office/drawing/2014/main" id="{91858DFE-5E0C-9B0B-0D21-D90091BE111A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4269130" y="3747572"/>
            <a:ext cx="1608133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</a:t>
            </a:r>
          </a:p>
        </p:txBody>
      </p:sp>
      <p:sp>
        <p:nvSpPr>
          <p:cNvPr id="65" name="텍스트 개체 틀 58">
            <a:extLst>
              <a:ext uri="{FF2B5EF4-FFF2-40B4-BE49-F238E27FC236}">
                <a16:creationId xmlns:a16="http://schemas.microsoft.com/office/drawing/2014/main" id="{A6BAC387-519C-9E0D-661E-77AB20EC998B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6461352" y="3747572"/>
            <a:ext cx="2893436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지도교수명</a:t>
            </a:r>
          </a:p>
        </p:txBody>
      </p:sp>
      <p:sp>
        <p:nvSpPr>
          <p:cNvPr id="66" name="텍스트 개체 틀 58">
            <a:extLst>
              <a:ext uri="{FF2B5EF4-FFF2-40B4-BE49-F238E27FC236}">
                <a16:creationId xmlns:a16="http://schemas.microsoft.com/office/drawing/2014/main" id="{8EFA22B7-9E7C-4C9D-389D-89B2AACD348A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121466" y="3747572"/>
            <a:ext cx="9318763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89C6032-0457-388A-85C0-F03441DADBB6}"/>
              </a:ext>
            </a:extLst>
          </p:cNvPr>
          <p:cNvSpPr/>
          <p:nvPr userDrawn="1"/>
        </p:nvSpPr>
        <p:spPr>
          <a:xfrm>
            <a:off x="1643579" y="1216008"/>
            <a:ext cx="1157154" cy="64973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MD</a:t>
            </a:r>
            <a:endParaRPr lang="ko-KR" altLang="en-US" sz="3200" dirty="0">
              <a:solidFill>
                <a:schemeClr val="bg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32A0EA-BA14-5135-0537-B4172A2A2D27}"/>
              </a:ext>
            </a:extLst>
          </p:cNvPr>
          <p:cNvSpPr/>
          <p:nvPr userDrawn="1"/>
        </p:nvSpPr>
        <p:spPr>
          <a:xfrm>
            <a:off x="934666" y="30884705"/>
            <a:ext cx="8554093" cy="83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spAutoFit/>
          </a:bodyPr>
          <a:lstStyle/>
          <a:p>
            <a:r>
              <a:rPr lang="en-US" altLang="ko-KR" sz="4800" dirty="0">
                <a:gradFill>
                  <a:gsLst>
                    <a:gs pos="24000">
                      <a:schemeClr val="accent2"/>
                    </a:gs>
                    <a:gs pos="81000">
                      <a:schemeClr val="accent1"/>
                    </a:gs>
                  </a:gsLst>
                  <a:lin ang="2700000" scaled="1"/>
                </a:gradFill>
                <a:latin typeface="+mj-ea"/>
                <a:ea typeface="+mj-ea"/>
              </a:rPr>
              <a:t>2026</a:t>
            </a:r>
            <a:r>
              <a:rPr lang="ko-KR" altLang="en-US" sz="4800" dirty="0">
                <a:gradFill>
                  <a:gsLst>
                    <a:gs pos="24000">
                      <a:schemeClr val="accent2"/>
                    </a:gs>
                    <a:gs pos="81000">
                      <a:schemeClr val="accent1"/>
                    </a:gs>
                  </a:gsLst>
                  <a:lin ang="2700000" scaled="1"/>
                </a:gradFill>
                <a:latin typeface="+mj-ea"/>
                <a:ea typeface="+mj-ea"/>
              </a:rPr>
              <a:t>년 </a:t>
            </a:r>
            <a:r>
              <a:rPr lang="en-US" altLang="ko-KR" sz="4800" dirty="0">
                <a:gradFill>
                  <a:gsLst>
                    <a:gs pos="24000">
                      <a:schemeClr val="accent2"/>
                    </a:gs>
                    <a:gs pos="81000">
                      <a:schemeClr val="accent1"/>
                    </a:gs>
                  </a:gsLst>
                  <a:lin ang="2700000" scaled="1"/>
                </a:gradFill>
                <a:latin typeface="+mj-ea"/>
                <a:ea typeface="+mj-ea"/>
              </a:rPr>
              <a:t>1</a:t>
            </a:r>
            <a:r>
              <a:rPr lang="ko-KR" altLang="en-US" sz="4800" dirty="0">
                <a:gradFill>
                  <a:gsLst>
                    <a:gs pos="24000">
                      <a:schemeClr val="accent2"/>
                    </a:gs>
                    <a:gs pos="81000">
                      <a:schemeClr val="accent1"/>
                    </a:gs>
                  </a:gsLst>
                  <a:lin ang="2700000" scaled="1"/>
                </a:gradFill>
                <a:latin typeface="+mj-ea"/>
                <a:ea typeface="+mj-ea"/>
              </a:rPr>
              <a:t>학기</a:t>
            </a:r>
            <a:r>
              <a:rPr lang="en-US" altLang="ko-KR" sz="4800" dirty="0">
                <a:gradFill>
                  <a:gsLst>
                    <a:gs pos="24000">
                      <a:schemeClr val="accent2"/>
                    </a:gs>
                    <a:gs pos="81000">
                      <a:schemeClr val="accent1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ko-KR" altLang="en-US" sz="4800" dirty="0" err="1">
                <a:gradFill>
                  <a:gsLst>
                    <a:gs pos="24000">
                      <a:schemeClr val="accent2"/>
                    </a:gs>
                    <a:gs pos="81000">
                      <a:schemeClr val="accent1"/>
                    </a:gs>
                  </a:gsLst>
                  <a:lin ang="2700000" scaled="1"/>
                </a:gradFill>
                <a:latin typeface="+mj-ea"/>
                <a:ea typeface="+mj-ea"/>
              </a:rPr>
              <a:t>마이크로디그리</a:t>
            </a:r>
            <a:r>
              <a:rPr lang="ko-KR" altLang="en-US" sz="4800" dirty="0">
                <a:gradFill>
                  <a:gsLst>
                    <a:gs pos="24000">
                      <a:schemeClr val="accent2"/>
                    </a:gs>
                    <a:gs pos="81000">
                      <a:schemeClr val="accent1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en-US" altLang="ko-KR" sz="4800" dirty="0">
                <a:gradFill>
                  <a:gsLst>
                    <a:gs pos="24000">
                      <a:schemeClr val="accent2"/>
                    </a:gs>
                    <a:gs pos="81000">
                      <a:schemeClr val="accent1"/>
                    </a:gs>
                  </a:gsLst>
                  <a:lin ang="2700000" scaled="1"/>
                </a:gradFill>
                <a:latin typeface="+mj-ea"/>
                <a:ea typeface="+mj-ea"/>
              </a:rPr>
              <a:t>EXPO</a:t>
            </a:r>
            <a:endParaRPr lang="ko-KR" altLang="en-US" sz="4800" dirty="0">
              <a:gradFill>
                <a:gsLst>
                  <a:gs pos="24000">
                    <a:schemeClr val="accent2"/>
                  </a:gs>
                  <a:gs pos="81000">
                    <a:schemeClr val="accent1"/>
                  </a:gs>
                </a:gsLst>
                <a:lin ang="2700000" scaled="1"/>
              </a:gradFill>
              <a:latin typeface="+mj-ea"/>
              <a:ea typeface="+mj-ea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5322938B-0F6C-4010-9398-1BB73366C1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2255" y="29525499"/>
            <a:ext cx="2791676" cy="2058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311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803">
          <p15:clr>
            <a:srgbClr val="FBAE40"/>
          </p15:clr>
        </p15:guide>
        <p15:guide id="3" orient="horz" pos="1020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5A051FA-389B-8CA9-180B-490401DAC452}"/>
              </a:ext>
            </a:extLst>
          </p:cNvPr>
          <p:cNvSpPr/>
          <p:nvPr userDrawn="1"/>
        </p:nvSpPr>
        <p:spPr>
          <a:xfrm>
            <a:off x="0" y="0"/>
            <a:ext cx="21599524" cy="25131963"/>
          </a:xfrm>
          <a:prstGeom prst="rect">
            <a:avLst/>
          </a:prstGeom>
          <a:gradFill flip="none" rotWithShape="1">
            <a:gsLst>
              <a:gs pos="42000">
                <a:schemeClr val="accent3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247D5BF-47F4-B7A2-039E-DCB488291682}"/>
              </a:ext>
            </a:extLst>
          </p:cNvPr>
          <p:cNvGrpSpPr/>
          <p:nvPr userDrawn="1"/>
        </p:nvGrpSpPr>
        <p:grpSpPr>
          <a:xfrm>
            <a:off x="-2" y="2"/>
            <a:ext cx="21599529" cy="22772438"/>
            <a:chOff x="-5" y="2"/>
            <a:chExt cx="21599529" cy="22772438"/>
          </a:xfrm>
        </p:grpSpPr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DBA25FAB-024A-81F6-42CA-937B71DB7C61}"/>
                </a:ext>
              </a:extLst>
            </p:cNvPr>
            <p:cNvSpPr/>
            <p:nvPr/>
          </p:nvSpPr>
          <p:spPr>
            <a:xfrm>
              <a:off x="16873202" y="13616595"/>
              <a:ext cx="4726322" cy="9155845"/>
            </a:xfrm>
            <a:custGeom>
              <a:avLst/>
              <a:gdLst>
                <a:gd name="connsiteX0" fmla="*/ 4726322 w 4726322"/>
                <a:gd name="connsiteY0" fmla="*/ 0 h 9155845"/>
                <a:gd name="connsiteX1" fmla="*/ 4726322 w 4726322"/>
                <a:gd name="connsiteY1" fmla="*/ 8718790 h 9155845"/>
                <a:gd name="connsiteX2" fmla="*/ 4585142 w 4726322"/>
                <a:gd name="connsiteY2" fmla="*/ 8801870 h 9155845"/>
                <a:gd name="connsiteX3" fmla="*/ 915276 w 4726322"/>
                <a:gd name="connsiteY3" fmla="*/ 8236008 h 9155845"/>
                <a:gd name="connsiteX4" fmla="*/ 909660 w 4726322"/>
                <a:gd name="connsiteY4" fmla="*/ 3816662 h 9155845"/>
                <a:gd name="connsiteX5" fmla="*/ 4715010 w 4726322"/>
                <a:gd name="connsiteY5" fmla="*/ 11313 h 9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26322" h="9155845">
                  <a:moveTo>
                    <a:pt x="4726322" y="0"/>
                  </a:moveTo>
                  <a:lnTo>
                    <a:pt x="4726322" y="8718790"/>
                  </a:lnTo>
                  <a:lnTo>
                    <a:pt x="4585142" y="8801870"/>
                  </a:lnTo>
                  <a:cubicBezTo>
                    <a:pt x="3406780" y="9418040"/>
                    <a:pt x="1909268" y="9230000"/>
                    <a:pt x="915276" y="8236008"/>
                  </a:cubicBezTo>
                  <a:cubicBezTo>
                    <a:pt x="-302890" y="7017842"/>
                    <a:pt x="-305414" y="5031736"/>
                    <a:pt x="909660" y="3816662"/>
                  </a:cubicBezTo>
                  <a:cubicBezTo>
                    <a:pt x="909660" y="3816662"/>
                    <a:pt x="909660" y="3816662"/>
                    <a:pt x="4715010" y="11313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57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sp>
          <p:nvSpPr>
            <p:cNvPr id="5" name="자유형: 도형 4">
              <a:extLst>
                <a:ext uri="{FF2B5EF4-FFF2-40B4-BE49-F238E27FC236}">
                  <a16:creationId xmlns:a16="http://schemas.microsoft.com/office/drawing/2014/main" id="{D9F5731D-C7D0-5328-45DF-0A7CB270B928}"/>
                </a:ext>
              </a:extLst>
            </p:cNvPr>
            <p:cNvSpPr/>
            <p:nvPr/>
          </p:nvSpPr>
          <p:spPr>
            <a:xfrm>
              <a:off x="1" y="2"/>
              <a:ext cx="2399449" cy="3526970"/>
            </a:xfrm>
            <a:custGeom>
              <a:avLst/>
              <a:gdLst>
                <a:gd name="connsiteX0" fmla="*/ 0 w 4007903"/>
                <a:gd name="connsiteY0" fmla="*/ 0 h 5891251"/>
                <a:gd name="connsiteX1" fmla="*/ 3910401 w 4007903"/>
                <a:gd name="connsiteY1" fmla="*/ 0 h 5891251"/>
                <a:gd name="connsiteX2" fmla="*/ 3956225 w 4007903"/>
                <a:gd name="connsiteY2" fmla="*/ 187496 h 5891251"/>
                <a:gd name="connsiteX3" fmla="*/ 3194454 w 4007903"/>
                <a:gd name="connsiteY3" fmla="*/ 2696797 h 5891251"/>
                <a:gd name="connsiteX4" fmla="*/ 131606 w 4007903"/>
                <a:gd name="connsiteY4" fmla="*/ 5759646 h 5891251"/>
                <a:gd name="connsiteX5" fmla="*/ 0 w 4007903"/>
                <a:gd name="connsiteY5" fmla="*/ 5891251 h 5891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07903" h="5891251">
                  <a:moveTo>
                    <a:pt x="0" y="0"/>
                  </a:moveTo>
                  <a:lnTo>
                    <a:pt x="3910401" y="0"/>
                  </a:lnTo>
                  <a:lnTo>
                    <a:pt x="3956225" y="187496"/>
                  </a:lnTo>
                  <a:cubicBezTo>
                    <a:pt x="4127336" y="1069268"/>
                    <a:pt x="3873555" y="2017697"/>
                    <a:pt x="3194454" y="2696797"/>
                  </a:cubicBezTo>
                  <a:cubicBezTo>
                    <a:pt x="3194454" y="2696797"/>
                    <a:pt x="3194454" y="2696797"/>
                    <a:pt x="131606" y="5759646"/>
                  </a:cubicBezTo>
                  <a:lnTo>
                    <a:pt x="0" y="5891251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16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729CFD5-EC38-93C8-F697-93CD4091E8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644848" y="2450291"/>
              <a:ext cx="411633" cy="1639997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5D67018-1C43-61F0-1DBD-5C36E99C5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0000"/>
            </a:blip>
            <a:srcRect r="-361" b="61544"/>
            <a:stretch/>
          </p:blipFill>
          <p:spPr>
            <a:xfrm rot="5400000">
              <a:off x="-5233351" y="12142425"/>
              <a:ext cx="13558236" cy="3091543"/>
            </a:xfrm>
            <a:prstGeom prst="rect">
              <a:avLst/>
            </a:prstGeom>
          </p:spPr>
        </p:pic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2B785AC1-9B2E-48A9-3A98-579CCD956922}"/>
              </a:ext>
            </a:extLst>
          </p:cNvPr>
          <p:cNvGrpSpPr/>
          <p:nvPr userDrawn="1"/>
        </p:nvGrpSpPr>
        <p:grpSpPr>
          <a:xfrm>
            <a:off x="615593" y="24408212"/>
            <a:ext cx="20368338" cy="723751"/>
            <a:chOff x="615593" y="24766459"/>
            <a:chExt cx="20368338" cy="723751"/>
          </a:xfrm>
        </p:grpSpPr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4F7C9DEE-6D63-C982-63A6-C2294BB4054F}"/>
                </a:ext>
              </a:extLst>
            </p:cNvPr>
            <p:cNvSpPr/>
            <p:nvPr/>
          </p:nvSpPr>
          <p:spPr>
            <a:xfrm flipH="1" flipV="1">
              <a:off x="20260180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0FF9B7D0-C2BD-0E40-1375-ED6ED90B6BB6}"/>
                </a:ext>
              </a:extLst>
            </p:cNvPr>
            <p:cNvSpPr/>
            <p:nvPr/>
          </p:nvSpPr>
          <p:spPr>
            <a:xfrm flipV="1">
              <a:off x="615593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6DD2593D-29CC-FBC6-14E1-11CD7CC7186F}"/>
              </a:ext>
            </a:extLst>
          </p:cNvPr>
          <p:cNvSpPr/>
          <p:nvPr/>
        </p:nvSpPr>
        <p:spPr>
          <a:xfrm>
            <a:off x="1340904" y="5018320"/>
            <a:ext cx="18917716" cy="23029296"/>
          </a:xfrm>
          <a:custGeom>
            <a:avLst/>
            <a:gdLst>
              <a:gd name="connsiteX0" fmla="*/ 314980 w 18917716"/>
              <a:gd name="connsiteY0" fmla="*/ 0 h 23029296"/>
              <a:gd name="connsiteX1" fmla="*/ 17784780 w 18917716"/>
              <a:gd name="connsiteY1" fmla="*/ 0 h 23029296"/>
              <a:gd name="connsiteX2" fmla="*/ 18917716 w 18917716"/>
              <a:gd name="connsiteY2" fmla="*/ 1144180 h 23029296"/>
              <a:gd name="connsiteX3" fmla="*/ 18917716 w 18917716"/>
              <a:gd name="connsiteY3" fmla="*/ 1288555 h 23029296"/>
              <a:gd name="connsiteX4" fmla="*/ 18917716 w 18917716"/>
              <a:gd name="connsiteY4" fmla="*/ 2184364 h 23029296"/>
              <a:gd name="connsiteX5" fmla="*/ 18917716 w 18917716"/>
              <a:gd name="connsiteY5" fmla="*/ 2328742 h 23029296"/>
              <a:gd name="connsiteX6" fmla="*/ 18917716 w 18917716"/>
              <a:gd name="connsiteY6" fmla="*/ 2673624 h 23029296"/>
              <a:gd name="connsiteX7" fmla="*/ 18917716 w 18917716"/>
              <a:gd name="connsiteY7" fmla="*/ 2818000 h 23029296"/>
              <a:gd name="connsiteX8" fmla="*/ 18917716 w 18917716"/>
              <a:gd name="connsiteY8" fmla="*/ 3015721 h 23029296"/>
              <a:gd name="connsiteX9" fmla="*/ 18917716 w 18917716"/>
              <a:gd name="connsiteY9" fmla="*/ 3160100 h 23029296"/>
              <a:gd name="connsiteX10" fmla="*/ 18917716 w 18917716"/>
              <a:gd name="connsiteY10" fmla="*/ 3713808 h 23029296"/>
              <a:gd name="connsiteX11" fmla="*/ 18917716 w 18917716"/>
              <a:gd name="connsiteY11" fmla="*/ 3858186 h 23029296"/>
              <a:gd name="connsiteX12" fmla="*/ 18917716 w 18917716"/>
              <a:gd name="connsiteY12" fmla="*/ 4055906 h 23029296"/>
              <a:gd name="connsiteX13" fmla="*/ 18917716 w 18917716"/>
              <a:gd name="connsiteY13" fmla="*/ 4182346 h 23029296"/>
              <a:gd name="connsiteX14" fmla="*/ 18917716 w 18917716"/>
              <a:gd name="connsiteY14" fmla="*/ 4200284 h 23029296"/>
              <a:gd name="connsiteX15" fmla="*/ 18917716 w 18917716"/>
              <a:gd name="connsiteY15" fmla="*/ 4326722 h 23029296"/>
              <a:gd name="connsiteX16" fmla="*/ 18917716 w 18917716"/>
              <a:gd name="connsiteY16" fmla="*/ 4545165 h 23029296"/>
              <a:gd name="connsiteX17" fmla="*/ 18917716 w 18917716"/>
              <a:gd name="connsiteY17" fmla="*/ 4689544 h 23029296"/>
              <a:gd name="connsiteX18" fmla="*/ 18917716 w 18917716"/>
              <a:gd name="connsiteY18" fmla="*/ 5222530 h 23029296"/>
              <a:gd name="connsiteX19" fmla="*/ 18917716 w 18917716"/>
              <a:gd name="connsiteY19" fmla="*/ 5366908 h 23029296"/>
              <a:gd name="connsiteX20" fmla="*/ 18917716 w 18917716"/>
              <a:gd name="connsiteY20" fmla="*/ 5585351 h 23029296"/>
              <a:gd name="connsiteX21" fmla="*/ 18917716 w 18917716"/>
              <a:gd name="connsiteY21" fmla="*/ 5711791 h 23029296"/>
              <a:gd name="connsiteX22" fmla="*/ 18917716 w 18917716"/>
              <a:gd name="connsiteY22" fmla="*/ 5729729 h 23029296"/>
              <a:gd name="connsiteX23" fmla="*/ 18917716 w 18917716"/>
              <a:gd name="connsiteY23" fmla="*/ 5856167 h 23029296"/>
              <a:gd name="connsiteX24" fmla="*/ 18917716 w 18917716"/>
              <a:gd name="connsiteY24" fmla="*/ 6053887 h 23029296"/>
              <a:gd name="connsiteX25" fmla="*/ 18917716 w 18917716"/>
              <a:gd name="connsiteY25" fmla="*/ 6198266 h 23029296"/>
              <a:gd name="connsiteX26" fmla="*/ 18917716 w 18917716"/>
              <a:gd name="connsiteY26" fmla="*/ 6751975 h 23029296"/>
              <a:gd name="connsiteX27" fmla="*/ 18917716 w 18917716"/>
              <a:gd name="connsiteY27" fmla="*/ 6896353 h 23029296"/>
              <a:gd name="connsiteX28" fmla="*/ 18917716 w 18917716"/>
              <a:gd name="connsiteY28" fmla="*/ 7094073 h 23029296"/>
              <a:gd name="connsiteX29" fmla="*/ 18917716 w 18917716"/>
              <a:gd name="connsiteY29" fmla="*/ 7238451 h 23029296"/>
              <a:gd name="connsiteX30" fmla="*/ 18917716 w 18917716"/>
              <a:gd name="connsiteY30" fmla="*/ 7583332 h 23029296"/>
              <a:gd name="connsiteX31" fmla="*/ 18917716 w 18917716"/>
              <a:gd name="connsiteY31" fmla="*/ 7727711 h 23029296"/>
              <a:gd name="connsiteX32" fmla="*/ 18917716 w 18917716"/>
              <a:gd name="connsiteY32" fmla="*/ 8623518 h 23029296"/>
              <a:gd name="connsiteX33" fmla="*/ 18917716 w 18917716"/>
              <a:gd name="connsiteY33" fmla="*/ 8767896 h 23029296"/>
              <a:gd name="connsiteX34" fmla="*/ 18917716 w 18917716"/>
              <a:gd name="connsiteY34" fmla="*/ 17597268 h 23029296"/>
              <a:gd name="connsiteX35" fmla="*/ 18917716 w 18917716"/>
              <a:gd name="connsiteY35" fmla="*/ 17741644 h 23029296"/>
              <a:gd name="connsiteX36" fmla="*/ 18917716 w 18917716"/>
              <a:gd name="connsiteY36" fmla="*/ 18461684 h 23029296"/>
              <a:gd name="connsiteX37" fmla="*/ 18917716 w 18917716"/>
              <a:gd name="connsiteY37" fmla="*/ 19126714 h 23029296"/>
              <a:gd name="connsiteX38" fmla="*/ 18917716 w 18917716"/>
              <a:gd name="connsiteY38" fmla="*/ 19271090 h 23029296"/>
              <a:gd name="connsiteX39" fmla="*/ 18917716 w 18917716"/>
              <a:gd name="connsiteY39" fmla="*/ 19991130 h 23029296"/>
              <a:gd name="connsiteX40" fmla="*/ 18917716 w 18917716"/>
              <a:gd name="connsiteY40" fmla="*/ 20635436 h 23029296"/>
              <a:gd name="connsiteX41" fmla="*/ 18917716 w 18917716"/>
              <a:gd name="connsiteY41" fmla="*/ 20779812 h 23029296"/>
              <a:gd name="connsiteX42" fmla="*/ 18917716 w 18917716"/>
              <a:gd name="connsiteY42" fmla="*/ 21499852 h 23029296"/>
              <a:gd name="connsiteX43" fmla="*/ 18917716 w 18917716"/>
              <a:gd name="connsiteY43" fmla="*/ 22164880 h 23029296"/>
              <a:gd name="connsiteX44" fmla="*/ 18917716 w 18917716"/>
              <a:gd name="connsiteY44" fmla="*/ 22309256 h 23029296"/>
              <a:gd name="connsiteX45" fmla="*/ 18917716 w 18917716"/>
              <a:gd name="connsiteY45" fmla="*/ 23029296 h 23029296"/>
              <a:gd name="connsiteX46" fmla="*/ 0 w 18917716"/>
              <a:gd name="connsiteY46" fmla="*/ 23029296 h 23029296"/>
              <a:gd name="connsiteX47" fmla="*/ 0 w 18917716"/>
              <a:gd name="connsiteY47" fmla="*/ 22309256 h 23029296"/>
              <a:gd name="connsiteX48" fmla="*/ 0 w 18917716"/>
              <a:gd name="connsiteY48" fmla="*/ 22164880 h 23029296"/>
              <a:gd name="connsiteX49" fmla="*/ 0 w 18917716"/>
              <a:gd name="connsiteY49" fmla="*/ 21499852 h 23029296"/>
              <a:gd name="connsiteX50" fmla="*/ 0 w 18917716"/>
              <a:gd name="connsiteY50" fmla="*/ 20779812 h 23029296"/>
              <a:gd name="connsiteX51" fmla="*/ 0 w 18917716"/>
              <a:gd name="connsiteY51" fmla="*/ 20635436 h 23029296"/>
              <a:gd name="connsiteX52" fmla="*/ 0 w 18917716"/>
              <a:gd name="connsiteY52" fmla="*/ 19991130 h 23029296"/>
              <a:gd name="connsiteX53" fmla="*/ 0 w 18917716"/>
              <a:gd name="connsiteY53" fmla="*/ 19271090 h 23029296"/>
              <a:gd name="connsiteX54" fmla="*/ 0 w 18917716"/>
              <a:gd name="connsiteY54" fmla="*/ 19126714 h 23029296"/>
              <a:gd name="connsiteX55" fmla="*/ 0 w 18917716"/>
              <a:gd name="connsiteY55" fmla="*/ 18461684 h 23029296"/>
              <a:gd name="connsiteX56" fmla="*/ 0 w 18917716"/>
              <a:gd name="connsiteY56" fmla="*/ 17741644 h 23029296"/>
              <a:gd name="connsiteX57" fmla="*/ 0 w 18917716"/>
              <a:gd name="connsiteY57" fmla="*/ 17597268 h 23029296"/>
              <a:gd name="connsiteX58" fmla="*/ 0 w 18917716"/>
              <a:gd name="connsiteY58" fmla="*/ 7941823 h 23029296"/>
              <a:gd name="connsiteX59" fmla="*/ 0 w 18917716"/>
              <a:gd name="connsiteY59" fmla="*/ 7797445 h 23029296"/>
              <a:gd name="connsiteX60" fmla="*/ 0 w 18917716"/>
              <a:gd name="connsiteY60" fmla="*/ 6901638 h 23029296"/>
              <a:gd name="connsiteX61" fmla="*/ 0 w 18917716"/>
              <a:gd name="connsiteY61" fmla="*/ 6757259 h 23029296"/>
              <a:gd name="connsiteX62" fmla="*/ 0 w 18917716"/>
              <a:gd name="connsiteY62" fmla="*/ 6412378 h 23029296"/>
              <a:gd name="connsiteX63" fmla="*/ 0 w 18917716"/>
              <a:gd name="connsiteY63" fmla="*/ 6268000 h 23029296"/>
              <a:gd name="connsiteX64" fmla="*/ 0 w 18917716"/>
              <a:gd name="connsiteY64" fmla="*/ 6070281 h 23029296"/>
              <a:gd name="connsiteX65" fmla="*/ 0 w 18917716"/>
              <a:gd name="connsiteY65" fmla="*/ 5925905 h 23029296"/>
              <a:gd name="connsiteX66" fmla="*/ 0 w 18917716"/>
              <a:gd name="connsiteY66" fmla="*/ 5372193 h 23029296"/>
              <a:gd name="connsiteX67" fmla="*/ 0 w 18917716"/>
              <a:gd name="connsiteY67" fmla="*/ 5227814 h 23029296"/>
              <a:gd name="connsiteX68" fmla="*/ 0 w 18917716"/>
              <a:gd name="connsiteY68" fmla="*/ 5030095 h 23029296"/>
              <a:gd name="connsiteX69" fmla="*/ 0 w 18917716"/>
              <a:gd name="connsiteY69" fmla="*/ 4903656 h 23029296"/>
              <a:gd name="connsiteX70" fmla="*/ 0 w 18917716"/>
              <a:gd name="connsiteY70" fmla="*/ 4885718 h 23029296"/>
              <a:gd name="connsiteX71" fmla="*/ 0 w 18917716"/>
              <a:gd name="connsiteY71" fmla="*/ 4759279 h 23029296"/>
              <a:gd name="connsiteX72" fmla="*/ 0 w 18917716"/>
              <a:gd name="connsiteY72" fmla="*/ 4540836 h 23029296"/>
              <a:gd name="connsiteX73" fmla="*/ 0 w 18917716"/>
              <a:gd name="connsiteY73" fmla="*/ 4396460 h 23029296"/>
              <a:gd name="connsiteX74" fmla="*/ 0 w 18917716"/>
              <a:gd name="connsiteY74" fmla="*/ 3863471 h 23029296"/>
              <a:gd name="connsiteX75" fmla="*/ 0 w 18917716"/>
              <a:gd name="connsiteY75" fmla="*/ 3719092 h 23029296"/>
              <a:gd name="connsiteX76" fmla="*/ 0 w 18917716"/>
              <a:gd name="connsiteY76" fmla="*/ 3500649 h 23029296"/>
              <a:gd name="connsiteX77" fmla="*/ 0 w 18917716"/>
              <a:gd name="connsiteY77" fmla="*/ 3374211 h 23029296"/>
              <a:gd name="connsiteX78" fmla="*/ 0 w 18917716"/>
              <a:gd name="connsiteY78" fmla="*/ 3356274 h 23029296"/>
              <a:gd name="connsiteX79" fmla="*/ 0 w 18917716"/>
              <a:gd name="connsiteY79" fmla="*/ 3229833 h 23029296"/>
              <a:gd name="connsiteX80" fmla="*/ 0 w 18917716"/>
              <a:gd name="connsiteY80" fmla="*/ 3032114 h 23029296"/>
              <a:gd name="connsiteX81" fmla="*/ 0 w 18917716"/>
              <a:gd name="connsiteY81" fmla="*/ 2887738 h 23029296"/>
              <a:gd name="connsiteX82" fmla="*/ 0 w 18917716"/>
              <a:gd name="connsiteY82" fmla="*/ 2334027 h 23029296"/>
              <a:gd name="connsiteX83" fmla="*/ 0 w 18917716"/>
              <a:gd name="connsiteY83" fmla="*/ 2189648 h 23029296"/>
              <a:gd name="connsiteX84" fmla="*/ 0 w 18917716"/>
              <a:gd name="connsiteY84" fmla="*/ 1991929 h 23029296"/>
              <a:gd name="connsiteX85" fmla="*/ 0 w 18917716"/>
              <a:gd name="connsiteY85" fmla="*/ 1847552 h 23029296"/>
              <a:gd name="connsiteX86" fmla="*/ 0 w 18917716"/>
              <a:gd name="connsiteY86" fmla="*/ 1502669 h 23029296"/>
              <a:gd name="connsiteX87" fmla="*/ 0 w 18917716"/>
              <a:gd name="connsiteY87" fmla="*/ 1358293 h 23029296"/>
              <a:gd name="connsiteX88" fmla="*/ 0 w 18917716"/>
              <a:gd name="connsiteY88" fmla="*/ 462483 h 23029296"/>
              <a:gd name="connsiteX89" fmla="*/ 0 w 18917716"/>
              <a:gd name="connsiteY89" fmla="*/ 318107 h 23029296"/>
              <a:gd name="connsiteX90" fmla="*/ 314980 w 18917716"/>
              <a:gd name="connsiteY90" fmla="*/ 0 h 23029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8917716" h="23029296">
                <a:moveTo>
                  <a:pt x="314980" y="0"/>
                </a:moveTo>
                <a:lnTo>
                  <a:pt x="17784780" y="0"/>
                </a:lnTo>
                <a:lnTo>
                  <a:pt x="18917716" y="1144180"/>
                </a:lnTo>
                <a:lnTo>
                  <a:pt x="18917716" y="1288555"/>
                </a:lnTo>
                <a:lnTo>
                  <a:pt x="18917716" y="2184364"/>
                </a:lnTo>
                <a:lnTo>
                  <a:pt x="18917716" y="2328742"/>
                </a:lnTo>
                <a:lnTo>
                  <a:pt x="18917716" y="2673624"/>
                </a:lnTo>
                <a:lnTo>
                  <a:pt x="18917716" y="2818000"/>
                </a:lnTo>
                <a:lnTo>
                  <a:pt x="18917716" y="3015721"/>
                </a:lnTo>
                <a:lnTo>
                  <a:pt x="18917716" y="3160100"/>
                </a:lnTo>
                <a:lnTo>
                  <a:pt x="18917716" y="3713808"/>
                </a:lnTo>
                <a:lnTo>
                  <a:pt x="18917716" y="3858186"/>
                </a:lnTo>
                <a:lnTo>
                  <a:pt x="18917716" y="4055906"/>
                </a:lnTo>
                <a:lnTo>
                  <a:pt x="18917716" y="4182346"/>
                </a:lnTo>
                <a:lnTo>
                  <a:pt x="18917716" y="4200284"/>
                </a:lnTo>
                <a:lnTo>
                  <a:pt x="18917716" y="4326722"/>
                </a:lnTo>
                <a:lnTo>
                  <a:pt x="18917716" y="4545165"/>
                </a:lnTo>
                <a:lnTo>
                  <a:pt x="18917716" y="4689544"/>
                </a:lnTo>
                <a:lnTo>
                  <a:pt x="18917716" y="5222530"/>
                </a:lnTo>
                <a:lnTo>
                  <a:pt x="18917716" y="5366908"/>
                </a:lnTo>
                <a:lnTo>
                  <a:pt x="18917716" y="5585351"/>
                </a:lnTo>
                <a:lnTo>
                  <a:pt x="18917716" y="5711791"/>
                </a:lnTo>
                <a:lnTo>
                  <a:pt x="18917716" y="5729729"/>
                </a:lnTo>
                <a:lnTo>
                  <a:pt x="18917716" y="5856167"/>
                </a:lnTo>
                <a:lnTo>
                  <a:pt x="18917716" y="6053887"/>
                </a:lnTo>
                <a:lnTo>
                  <a:pt x="18917716" y="6198266"/>
                </a:lnTo>
                <a:lnTo>
                  <a:pt x="18917716" y="6751975"/>
                </a:lnTo>
                <a:lnTo>
                  <a:pt x="18917716" y="6896353"/>
                </a:lnTo>
                <a:lnTo>
                  <a:pt x="18917716" y="7094073"/>
                </a:lnTo>
                <a:lnTo>
                  <a:pt x="18917716" y="7238451"/>
                </a:lnTo>
                <a:lnTo>
                  <a:pt x="18917716" y="7583332"/>
                </a:lnTo>
                <a:lnTo>
                  <a:pt x="18917716" y="7727711"/>
                </a:lnTo>
                <a:lnTo>
                  <a:pt x="18917716" y="8623518"/>
                </a:lnTo>
                <a:lnTo>
                  <a:pt x="18917716" y="8767896"/>
                </a:lnTo>
                <a:lnTo>
                  <a:pt x="18917716" y="17597268"/>
                </a:lnTo>
                <a:lnTo>
                  <a:pt x="18917716" y="17741644"/>
                </a:lnTo>
                <a:lnTo>
                  <a:pt x="18917716" y="18461684"/>
                </a:lnTo>
                <a:lnTo>
                  <a:pt x="18917716" y="19126714"/>
                </a:lnTo>
                <a:lnTo>
                  <a:pt x="18917716" y="19271090"/>
                </a:lnTo>
                <a:lnTo>
                  <a:pt x="18917716" y="19991130"/>
                </a:lnTo>
                <a:lnTo>
                  <a:pt x="18917716" y="20635436"/>
                </a:lnTo>
                <a:lnTo>
                  <a:pt x="18917716" y="20779812"/>
                </a:lnTo>
                <a:lnTo>
                  <a:pt x="18917716" y="21499852"/>
                </a:lnTo>
                <a:lnTo>
                  <a:pt x="18917716" y="22164880"/>
                </a:lnTo>
                <a:lnTo>
                  <a:pt x="18917716" y="22309256"/>
                </a:lnTo>
                <a:lnTo>
                  <a:pt x="18917716" y="23029296"/>
                </a:lnTo>
                <a:lnTo>
                  <a:pt x="0" y="23029296"/>
                </a:lnTo>
                <a:lnTo>
                  <a:pt x="0" y="22309256"/>
                </a:lnTo>
                <a:lnTo>
                  <a:pt x="0" y="22164880"/>
                </a:lnTo>
                <a:lnTo>
                  <a:pt x="0" y="21499852"/>
                </a:lnTo>
                <a:lnTo>
                  <a:pt x="0" y="20779812"/>
                </a:lnTo>
                <a:lnTo>
                  <a:pt x="0" y="20635436"/>
                </a:lnTo>
                <a:lnTo>
                  <a:pt x="0" y="19991130"/>
                </a:lnTo>
                <a:lnTo>
                  <a:pt x="0" y="19271090"/>
                </a:lnTo>
                <a:lnTo>
                  <a:pt x="0" y="19126714"/>
                </a:lnTo>
                <a:lnTo>
                  <a:pt x="0" y="18461684"/>
                </a:lnTo>
                <a:lnTo>
                  <a:pt x="0" y="17741644"/>
                </a:lnTo>
                <a:lnTo>
                  <a:pt x="0" y="17597268"/>
                </a:lnTo>
                <a:lnTo>
                  <a:pt x="0" y="7941823"/>
                </a:lnTo>
                <a:lnTo>
                  <a:pt x="0" y="7797445"/>
                </a:lnTo>
                <a:lnTo>
                  <a:pt x="0" y="6901638"/>
                </a:lnTo>
                <a:lnTo>
                  <a:pt x="0" y="6757259"/>
                </a:lnTo>
                <a:lnTo>
                  <a:pt x="0" y="6412378"/>
                </a:lnTo>
                <a:lnTo>
                  <a:pt x="0" y="6268000"/>
                </a:lnTo>
                <a:lnTo>
                  <a:pt x="0" y="6070281"/>
                </a:lnTo>
                <a:lnTo>
                  <a:pt x="0" y="5925905"/>
                </a:lnTo>
                <a:lnTo>
                  <a:pt x="0" y="5372193"/>
                </a:lnTo>
                <a:lnTo>
                  <a:pt x="0" y="5227814"/>
                </a:lnTo>
                <a:lnTo>
                  <a:pt x="0" y="5030095"/>
                </a:lnTo>
                <a:lnTo>
                  <a:pt x="0" y="4903656"/>
                </a:lnTo>
                <a:lnTo>
                  <a:pt x="0" y="4885718"/>
                </a:lnTo>
                <a:lnTo>
                  <a:pt x="0" y="4759279"/>
                </a:lnTo>
                <a:lnTo>
                  <a:pt x="0" y="4540836"/>
                </a:lnTo>
                <a:lnTo>
                  <a:pt x="0" y="4396460"/>
                </a:lnTo>
                <a:lnTo>
                  <a:pt x="0" y="3863471"/>
                </a:lnTo>
                <a:lnTo>
                  <a:pt x="0" y="3719092"/>
                </a:lnTo>
                <a:lnTo>
                  <a:pt x="0" y="3500649"/>
                </a:lnTo>
                <a:lnTo>
                  <a:pt x="0" y="3374211"/>
                </a:lnTo>
                <a:lnTo>
                  <a:pt x="0" y="3356274"/>
                </a:lnTo>
                <a:lnTo>
                  <a:pt x="0" y="3229833"/>
                </a:lnTo>
                <a:lnTo>
                  <a:pt x="0" y="3032114"/>
                </a:lnTo>
                <a:lnTo>
                  <a:pt x="0" y="2887738"/>
                </a:lnTo>
                <a:lnTo>
                  <a:pt x="0" y="2334027"/>
                </a:lnTo>
                <a:lnTo>
                  <a:pt x="0" y="2189648"/>
                </a:lnTo>
                <a:lnTo>
                  <a:pt x="0" y="1991929"/>
                </a:lnTo>
                <a:lnTo>
                  <a:pt x="0" y="1847552"/>
                </a:lnTo>
                <a:lnTo>
                  <a:pt x="0" y="1502669"/>
                </a:lnTo>
                <a:lnTo>
                  <a:pt x="0" y="1358293"/>
                </a:lnTo>
                <a:lnTo>
                  <a:pt x="0" y="462483"/>
                </a:lnTo>
                <a:lnTo>
                  <a:pt x="0" y="318107"/>
                </a:lnTo>
                <a:cubicBezTo>
                  <a:pt x="0" y="142422"/>
                  <a:pt x="141022" y="0"/>
                  <a:pt x="314980" y="0"/>
                </a:cubicBezTo>
                <a:close/>
              </a:path>
            </a:pathLst>
          </a:custGeom>
          <a:solidFill>
            <a:schemeClr val="bg1"/>
          </a:solidFill>
          <a:ln w="63500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2CDFE521-F2D1-0BC2-4005-CF5D95B1B710}"/>
              </a:ext>
            </a:extLst>
          </p:cNvPr>
          <p:cNvSpPr/>
          <p:nvPr/>
        </p:nvSpPr>
        <p:spPr>
          <a:xfrm>
            <a:off x="19128241" y="5018320"/>
            <a:ext cx="1132938" cy="1132940"/>
          </a:xfrm>
          <a:custGeom>
            <a:avLst/>
            <a:gdLst>
              <a:gd name="connsiteX0" fmla="*/ 0 w 1164628"/>
              <a:gd name="connsiteY0" fmla="*/ 0 h 1164629"/>
              <a:gd name="connsiteX1" fmla="*/ 1164628 w 1164628"/>
              <a:gd name="connsiteY1" fmla="*/ 1164629 h 1164629"/>
              <a:gd name="connsiteX2" fmla="*/ 332104 w 1164628"/>
              <a:gd name="connsiteY2" fmla="*/ 1164629 h 1164629"/>
              <a:gd name="connsiteX3" fmla="*/ 0 w 1164628"/>
              <a:gd name="connsiteY3" fmla="*/ 832523 h 116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4628" h="1164629">
                <a:moveTo>
                  <a:pt x="0" y="0"/>
                </a:moveTo>
                <a:lnTo>
                  <a:pt x="1164628" y="1164629"/>
                </a:lnTo>
                <a:lnTo>
                  <a:pt x="332104" y="1164629"/>
                </a:lnTo>
                <a:cubicBezTo>
                  <a:pt x="148688" y="1164629"/>
                  <a:pt x="0" y="1015940"/>
                  <a:pt x="0" y="832523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 w="63500">
            <a:noFill/>
            <a:round/>
          </a:ln>
          <a:effectLst>
            <a:outerShdw blurRad="596900" algn="ctr" rotWithShape="0">
              <a:schemeClr val="accent3">
                <a:alpha val="1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D354558-61D8-D619-F9D3-66500CB19B0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accent3">
                <a:lumMod val="75000"/>
                <a:tint val="45000"/>
                <a:satMod val="400000"/>
              </a:schemeClr>
            </a:duotone>
            <a:alphaModFix amt="50000"/>
          </a:blip>
          <a:srcRect r="39616" b="30535"/>
          <a:stretch/>
        </p:blipFill>
        <p:spPr>
          <a:xfrm>
            <a:off x="14761029" y="27717793"/>
            <a:ext cx="6838496" cy="4681494"/>
          </a:xfrm>
          <a:prstGeom prst="rect">
            <a:avLst/>
          </a:prstGeom>
        </p:spPr>
      </p:pic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5273130-929D-12E7-2330-822CA23F86B3}"/>
              </a:ext>
            </a:extLst>
          </p:cNvPr>
          <p:cNvCxnSpPr>
            <a:cxnSpLocks/>
          </p:cNvCxnSpPr>
          <p:nvPr userDrawn="1"/>
        </p:nvCxnSpPr>
        <p:spPr>
          <a:xfrm>
            <a:off x="3918634" y="3858844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5AEB868-1E3E-0C23-838E-3598DF7AF97B}"/>
              </a:ext>
            </a:extLst>
          </p:cNvPr>
          <p:cNvCxnSpPr>
            <a:cxnSpLocks/>
          </p:cNvCxnSpPr>
          <p:nvPr userDrawn="1"/>
        </p:nvCxnSpPr>
        <p:spPr>
          <a:xfrm>
            <a:off x="16169307" y="3858845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텍스트 개체 틀 58">
            <a:extLst>
              <a:ext uri="{FF2B5EF4-FFF2-40B4-BE49-F238E27FC236}">
                <a16:creationId xmlns:a16="http://schemas.microsoft.com/office/drawing/2014/main" id="{E224F414-AB93-79A5-EA99-0EE4C8EF8CA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043731" y="1186933"/>
            <a:ext cx="7914555" cy="707886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40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 err="1"/>
              <a:t>마이크로디그리명</a:t>
            </a:r>
            <a:endParaRPr lang="ko-KR" altLang="en-US" dirty="0"/>
          </a:p>
        </p:txBody>
      </p:sp>
      <p:sp>
        <p:nvSpPr>
          <p:cNvPr id="61" name="텍스트 개체 틀 58">
            <a:extLst>
              <a:ext uri="{FF2B5EF4-FFF2-40B4-BE49-F238E27FC236}">
                <a16:creationId xmlns:a16="http://schemas.microsoft.com/office/drawing/2014/main" id="{DA089DD9-E553-21CF-B71E-7C073C036FC6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2127420" y="1125378"/>
            <a:ext cx="7914555" cy="830997"/>
          </a:xfrm>
        </p:spPr>
        <p:txBody>
          <a:bodyPr wrap="square" anchor="ctr">
            <a:spAutoFit/>
          </a:bodyPr>
          <a:lstStyle>
            <a:lvl1pPr marL="0" indent="0" algn="r" latinLnBrk="0">
              <a:lnSpc>
                <a:spcPct val="100000"/>
              </a:lnSpc>
              <a:spcBef>
                <a:spcPts val="0"/>
              </a:spcBef>
              <a:buNone/>
              <a:defRPr sz="48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r>
              <a:rPr lang="ko-KR" altLang="en-US" dirty="0"/>
              <a:t>교과목명</a:t>
            </a:r>
          </a:p>
        </p:txBody>
      </p:sp>
      <p:sp>
        <p:nvSpPr>
          <p:cNvPr id="62" name="텍스트 개체 틀 58">
            <a:extLst>
              <a:ext uri="{FF2B5EF4-FFF2-40B4-BE49-F238E27FC236}">
                <a16:creationId xmlns:a16="http://schemas.microsoft.com/office/drawing/2014/main" id="{407C5AC6-09BB-6242-6405-E4682EBE1097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43586" y="2140054"/>
            <a:ext cx="17711211" cy="1400383"/>
          </a:xfrm>
        </p:spPr>
        <p:txBody>
          <a:bodyPr wrap="square" anchor="t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8500">
                <a:ln>
                  <a:noFill/>
                </a:ln>
                <a:solidFill>
                  <a:schemeClr val="bg1"/>
                </a:solidFill>
                <a:latin typeface="페이퍼로지 8 ExtraBold" pitchFamily="2" charset="-127"/>
                <a:ea typeface="페이퍼로지 8 Extra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제목 </a:t>
            </a:r>
            <a:r>
              <a:rPr lang="en-US" altLang="ko-KR" dirty="0"/>
              <a:t>(</a:t>
            </a:r>
            <a:r>
              <a:rPr lang="ko-KR" altLang="en-US" dirty="0"/>
              <a:t>과제명 또는 프로젝트명</a:t>
            </a:r>
            <a:r>
              <a:rPr lang="en-US" altLang="ko-KR" dirty="0"/>
              <a:t>)</a:t>
            </a:r>
          </a:p>
        </p:txBody>
      </p:sp>
      <p:sp>
        <p:nvSpPr>
          <p:cNvPr id="63" name="텍스트 개체 틀 58">
            <a:extLst>
              <a:ext uri="{FF2B5EF4-FFF2-40B4-BE49-F238E27FC236}">
                <a16:creationId xmlns:a16="http://schemas.microsoft.com/office/drawing/2014/main" id="{98F8812B-45D7-6417-12BA-3D6957EF571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663638" y="3747572"/>
            <a:ext cx="2052165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64" name="텍스트 개체 틀 58">
            <a:extLst>
              <a:ext uri="{FF2B5EF4-FFF2-40B4-BE49-F238E27FC236}">
                <a16:creationId xmlns:a16="http://schemas.microsoft.com/office/drawing/2014/main" id="{91858DFE-5E0C-9B0B-0D21-D90091BE111A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4269130" y="3747572"/>
            <a:ext cx="1608133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</a:t>
            </a:r>
          </a:p>
        </p:txBody>
      </p:sp>
      <p:sp>
        <p:nvSpPr>
          <p:cNvPr id="65" name="텍스트 개체 틀 58">
            <a:extLst>
              <a:ext uri="{FF2B5EF4-FFF2-40B4-BE49-F238E27FC236}">
                <a16:creationId xmlns:a16="http://schemas.microsoft.com/office/drawing/2014/main" id="{A6BAC387-519C-9E0D-661E-77AB20EC998B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6461352" y="3747572"/>
            <a:ext cx="2893436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지도교수명</a:t>
            </a:r>
          </a:p>
        </p:txBody>
      </p:sp>
      <p:sp>
        <p:nvSpPr>
          <p:cNvPr id="66" name="텍스트 개체 틀 58">
            <a:extLst>
              <a:ext uri="{FF2B5EF4-FFF2-40B4-BE49-F238E27FC236}">
                <a16:creationId xmlns:a16="http://schemas.microsoft.com/office/drawing/2014/main" id="{8EFA22B7-9E7C-4C9D-389D-89B2AACD348A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121466" y="3747572"/>
            <a:ext cx="9318763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89C6032-0457-388A-85C0-F03441DADBB6}"/>
              </a:ext>
            </a:extLst>
          </p:cNvPr>
          <p:cNvSpPr/>
          <p:nvPr userDrawn="1"/>
        </p:nvSpPr>
        <p:spPr>
          <a:xfrm>
            <a:off x="1643579" y="1216008"/>
            <a:ext cx="1157154" cy="64973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MD</a:t>
            </a:r>
            <a:endParaRPr lang="ko-KR" altLang="en-US" sz="3200" dirty="0">
              <a:solidFill>
                <a:schemeClr val="bg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32A0EA-BA14-5135-0537-B4172A2A2D27}"/>
              </a:ext>
            </a:extLst>
          </p:cNvPr>
          <p:cNvSpPr/>
          <p:nvPr userDrawn="1"/>
        </p:nvSpPr>
        <p:spPr>
          <a:xfrm>
            <a:off x="934666" y="30884705"/>
            <a:ext cx="8554093" cy="83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spAutoFit/>
          </a:bodyPr>
          <a:lstStyle/>
          <a:p>
            <a:r>
              <a:rPr lang="en-US" altLang="ko-KR" sz="4800" dirty="0">
                <a:gradFill>
                  <a:gsLst>
                    <a:gs pos="39000">
                      <a:schemeClr val="accent3"/>
                    </a:gs>
                    <a:gs pos="88000">
                      <a:schemeClr val="accent2"/>
                    </a:gs>
                  </a:gsLst>
                  <a:lin ang="2700000" scaled="1"/>
                </a:gradFill>
                <a:latin typeface="+mj-ea"/>
                <a:ea typeface="+mj-ea"/>
              </a:rPr>
              <a:t>2026</a:t>
            </a:r>
            <a:r>
              <a:rPr lang="ko-KR" altLang="en-US" sz="4800" dirty="0">
                <a:gradFill>
                  <a:gsLst>
                    <a:gs pos="39000">
                      <a:schemeClr val="accent3"/>
                    </a:gs>
                    <a:gs pos="88000">
                      <a:schemeClr val="accent2"/>
                    </a:gs>
                  </a:gsLst>
                  <a:lin ang="2700000" scaled="1"/>
                </a:gradFill>
                <a:latin typeface="+mj-ea"/>
                <a:ea typeface="+mj-ea"/>
              </a:rPr>
              <a:t>년 </a:t>
            </a:r>
            <a:r>
              <a:rPr lang="en-US" altLang="ko-KR" sz="4800" dirty="0">
                <a:gradFill>
                  <a:gsLst>
                    <a:gs pos="39000">
                      <a:schemeClr val="accent3"/>
                    </a:gs>
                    <a:gs pos="88000">
                      <a:schemeClr val="accent2"/>
                    </a:gs>
                  </a:gsLst>
                  <a:lin ang="2700000" scaled="1"/>
                </a:gradFill>
                <a:latin typeface="+mj-ea"/>
                <a:ea typeface="+mj-ea"/>
              </a:rPr>
              <a:t>1</a:t>
            </a:r>
            <a:r>
              <a:rPr lang="ko-KR" altLang="en-US" sz="4800" dirty="0">
                <a:gradFill>
                  <a:gsLst>
                    <a:gs pos="39000">
                      <a:schemeClr val="accent3"/>
                    </a:gs>
                    <a:gs pos="88000">
                      <a:schemeClr val="accent2"/>
                    </a:gs>
                  </a:gsLst>
                  <a:lin ang="2700000" scaled="1"/>
                </a:gradFill>
                <a:latin typeface="+mj-ea"/>
                <a:ea typeface="+mj-ea"/>
              </a:rPr>
              <a:t>학기</a:t>
            </a:r>
            <a:r>
              <a:rPr lang="en-US" altLang="ko-KR" sz="4800" dirty="0">
                <a:gradFill>
                  <a:gsLst>
                    <a:gs pos="39000">
                      <a:schemeClr val="accent3"/>
                    </a:gs>
                    <a:gs pos="88000">
                      <a:schemeClr val="accent2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ko-KR" altLang="en-US" sz="4800" dirty="0" err="1">
                <a:gradFill>
                  <a:gsLst>
                    <a:gs pos="39000">
                      <a:schemeClr val="accent3"/>
                    </a:gs>
                    <a:gs pos="88000">
                      <a:schemeClr val="accent2"/>
                    </a:gs>
                  </a:gsLst>
                  <a:lin ang="2700000" scaled="1"/>
                </a:gradFill>
                <a:latin typeface="+mj-ea"/>
                <a:ea typeface="+mj-ea"/>
              </a:rPr>
              <a:t>마이크로디그리</a:t>
            </a:r>
            <a:r>
              <a:rPr lang="ko-KR" altLang="en-US" sz="4800" dirty="0">
                <a:gradFill>
                  <a:gsLst>
                    <a:gs pos="39000">
                      <a:schemeClr val="accent3"/>
                    </a:gs>
                    <a:gs pos="88000">
                      <a:schemeClr val="accent2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en-US" altLang="ko-KR" sz="4800" dirty="0">
                <a:gradFill>
                  <a:gsLst>
                    <a:gs pos="39000">
                      <a:schemeClr val="accent3"/>
                    </a:gs>
                    <a:gs pos="88000">
                      <a:schemeClr val="accent2"/>
                    </a:gs>
                  </a:gsLst>
                  <a:lin ang="2700000" scaled="1"/>
                </a:gradFill>
                <a:latin typeface="+mj-ea"/>
                <a:ea typeface="+mj-ea"/>
              </a:rPr>
              <a:t>EXPO</a:t>
            </a:r>
            <a:endParaRPr lang="ko-KR" altLang="en-US" sz="4800" dirty="0">
              <a:gradFill>
                <a:gsLst>
                  <a:gs pos="39000">
                    <a:schemeClr val="accent3"/>
                  </a:gs>
                  <a:gs pos="88000">
                    <a:schemeClr val="accent2"/>
                  </a:gs>
                </a:gsLst>
                <a:lin ang="2700000" scaled="1"/>
              </a:gradFill>
              <a:latin typeface="+mj-ea"/>
              <a:ea typeface="+mj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16B5CB7-7B1C-59F6-4C25-4248792AF4A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468" y="28547366"/>
            <a:ext cx="2590189" cy="190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3201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803">
          <p15:clr>
            <a:srgbClr val="FBAE40"/>
          </p15:clr>
        </p15:guide>
        <p15:guide id="3" orient="horz" pos="10204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F0142F11-92F3-3844-99D9-22583B2C1B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duotone>
              <a:prstClr val="black"/>
              <a:schemeClr val="accent3">
                <a:lumMod val="75000"/>
                <a:tint val="45000"/>
                <a:satMod val="400000"/>
              </a:schemeClr>
            </a:duotone>
          </a:blip>
          <a:srcRect r="39616" b="30535"/>
          <a:stretch/>
        </p:blipFill>
        <p:spPr>
          <a:xfrm flipH="1">
            <a:off x="0" y="27717793"/>
            <a:ext cx="6838496" cy="4681494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A5A051FA-389B-8CA9-180B-490401DAC452}"/>
              </a:ext>
            </a:extLst>
          </p:cNvPr>
          <p:cNvSpPr/>
          <p:nvPr userDrawn="1"/>
        </p:nvSpPr>
        <p:spPr>
          <a:xfrm>
            <a:off x="0" y="0"/>
            <a:ext cx="21599524" cy="25131963"/>
          </a:xfrm>
          <a:prstGeom prst="rect">
            <a:avLst/>
          </a:prstGeom>
          <a:gradFill flip="none" rotWithShape="1">
            <a:gsLst>
              <a:gs pos="42000">
                <a:schemeClr val="accent3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247D5BF-47F4-B7A2-039E-DCB488291682}"/>
              </a:ext>
            </a:extLst>
          </p:cNvPr>
          <p:cNvGrpSpPr/>
          <p:nvPr userDrawn="1"/>
        </p:nvGrpSpPr>
        <p:grpSpPr>
          <a:xfrm>
            <a:off x="-2" y="2"/>
            <a:ext cx="21599529" cy="22772438"/>
            <a:chOff x="-5" y="2"/>
            <a:chExt cx="21599529" cy="22772438"/>
          </a:xfrm>
        </p:grpSpPr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DBA25FAB-024A-81F6-42CA-937B71DB7C61}"/>
                </a:ext>
              </a:extLst>
            </p:cNvPr>
            <p:cNvSpPr/>
            <p:nvPr/>
          </p:nvSpPr>
          <p:spPr>
            <a:xfrm>
              <a:off x="16873202" y="13616595"/>
              <a:ext cx="4726322" cy="9155845"/>
            </a:xfrm>
            <a:custGeom>
              <a:avLst/>
              <a:gdLst>
                <a:gd name="connsiteX0" fmla="*/ 4726322 w 4726322"/>
                <a:gd name="connsiteY0" fmla="*/ 0 h 9155845"/>
                <a:gd name="connsiteX1" fmla="*/ 4726322 w 4726322"/>
                <a:gd name="connsiteY1" fmla="*/ 8718790 h 9155845"/>
                <a:gd name="connsiteX2" fmla="*/ 4585142 w 4726322"/>
                <a:gd name="connsiteY2" fmla="*/ 8801870 h 9155845"/>
                <a:gd name="connsiteX3" fmla="*/ 915276 w 4726322"/>
                <a:gd name="connsiteY3" fmla="*/ 8236008 h 9155845"/>
                <a:gd name="connsiteX4" fmla="*/ 909660 w 4726322"/>
                <a:gd name="connsiteY4" fmla="*/ 3816662 h 9155845"/>
                <a:gd name="connsiteX5" fmla="*/ 4715010 w 4726322"/>
                <a:gd name="connsiteY5" fmla="*/ 11313 h 9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26322" h="9155845">
                  <a:moveTo>
                    <a:pt x="4726322" y="0"/>
                  </a:moveTo>
                  <a:lnTo>
                    <a:pt x="4726322" y="8718790"/>
                  </a:lnTo>
                  <a:lnTo>
                    <a:pt x="4585142" y="8801870"/>
                  </a:lnTo>
                  <a:cubicBezTo>
                    <a:pt x="3406780" y="9418040"/>
                    <a:pt x="1909268" y="9230000"/>
                    <a:pt x="915276" y="8236008"/>
                  </a:cubicBezTo>
                  <a:cubicBezTo>
                    <a:pt x="-302890" y="7017842"/>
                    <a:pt x="-305414" y="5031736"/>
                    <a:pt x="909660" y="3816662"/>
                  </a:cubicBezTo>
                  <a:cubicBezTo>
                    <a:pt x="909660" y="3816662"/>
                    <a:pt x="909660" y="3816662"/>
                    <a:pt x="4715010" y="11313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57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sp>
          <p:nvSpPr>
            <p:cNvPr id="5" name="자유형: 도형 4">
              <a:extLst>
                <a:ext uri="{FF2B5EF4-FFF2-40B4-BE49-F238E27FC236}">
                  <a16:creationId xmlns:a16="http://schemas.microsoft.com/office/drawing/2014/main" id="{D9F5731D-C7D0-5328-45DF-0A7CB270B928}"/>
                </a:ext>
              </a:extLst>
            </p:cNvPr>
            <p:cNvSpPr/>
            <p:nvPr/>
          </p:nvSpPr>
          <p:spPr>
            <a:xfrm>
              <a:off x="1" y="2"/>
              <a:ext cx="2399449" cy="3526970"/>
            </a:xfrm>
            <a:custGeom>
              <a:avLst/>
              <a:gdLst>
                <a:gd name="connsiteX0" fmla="*/ 0 w 4007903"/>
                <a:gd name="connsiteY0" fmla="*/ 0 h 5891251"/>
                <a:gd name="connsiteX1" fmla="*/ 3910401 w 4007903"/>
                <a:gd name="connsiteY1" fmla="*/ 0 h 5891251"/>
                <a:gd name="connsiteX2" fmla="*/ 3956225 w 4007903"/>
                <a:gd name="connsiteY2" fmla="*/ 187496 h 5891251"/>
                <a:gd name="connsiteX3" fmla="*/ 3194454 w 4007903"/>
                <a:gd name="connsiteY3" fmla="*/ 2696797 h 5891251"/>
                <a:gd name="connsiteX4" fmla="*/ 131606 w 4007903"/>
                <a:gd name="connsiteY4" fmla="*/ 5759646 h 5891251"/>
                <a:gd name="connsiteX5" fmla="*/ 0 w 4007903"/>
                <a:gd name="connsiteY5" fmla="*/ 5891251 h 5891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07903" h="5891251">
                  <a:moveTo>
                    <a:pt x="0" y="0"/>
                  </a:moveTo>
                  <a:lnTo>
                    <a:pt x="3910401" y="0"/>
                  </a:lnTo>
                  <a:lnTo>
                    <a:pt x="3956225" y="187496"/>
                  </a:lnTo>
                  <a:cubicBezTo>
                    <a:pt x="4127336" y="1069268"/>
                    <a:pt x="3873555" y="2017697"/>
                    <a:pt x="3194454" y="2696797"/>
                  </a:cubicBezTo>
                  <a:cubicBezTo>
                    <a:pt x="3194454" y="2696797"/>
                    <a:pt x="3194454" y="2696797"/>
                    <a:pt x="131606" y="5759646"/>
                  </a:cubicBezTo>
                  <a:lnTo>
                    <a:pt x="0" y="5891251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16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729CFD5-EC38-93C8-F697-93CD4091E8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644848" y="2450291"/>
              <a:ext cx="411633" cy="1639997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5D67018-1C43-61F0-1DBD-5C36E99C5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30000"/>
            </a:blip>
            <a:srcRect r="-361" b="61544"/>
            <a:stretch/>
          </p:blipFill>
          <p:spPr>
            <a:xfrm rot="5400000">
              <a:off x="-5233351" y="12142425"/>
              <a:ext cx="13558236" cy="3091543"/>
            </a:xfrm>
            <a:prstGeom prst="rect">
              <a:avLst/>
            </a:prstGeom>
          </p:spPr>
        </p:pic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2B785AC1-9B2E-48A9-3A98-579CCD956922}"/>
              </a:ext>
            </a:extLst>
          </p:cNvPr>
          <p:cNvGrpSpPr/>
          <p:nvPr userDrawn="1"/>
        </p:nvGrpSpPr>
        <p:grpSpPr>
          <a:xfrm>
            <a:off x="615593" y="24408212"/>
            <a:ext cx="20368338" cy="723751"/>
            <a:chOff x="615593" y="24766459"/>
            <a:chExt cx="20368338" cy="723751"/>
          </a:xfrm>
        </p:grpSpPr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4F7C9DEE-6D63-C982-63A6-C2294BB4054F}"/>
                </a:ext>
              </a:extLst>
            </p:cNvPr>
            <p:cNvSpPr/>
            <p:nvPr/>
          </p:nvSpPr>
          <p:spPr>
            <a:xfrm flipH="1" flipV="1">
              <a:off x="20260180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0FF9B7D0-C2BD-0E40-1375-ED6ED90B6BB6}"/>
                </a:ext>
              </a:extLst>
            </p:cNvPr>
            <p:cNvSpPr/>
            <p:nvPr/>
          </p:nvSpPr>
          <p:spPr>
            <a:xfrm flipV="1">
              <a:off x="615593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6DD2593D-29CC-FBC6-14E1-11CD7CC7186F}"/>
              </a:ext>
            </a:extLst>
          </p:cNvPr>
          <p:cNvSpPr/>
          <p:nvPr/>
        </p:nvSpPr>
        <p:spPr>
          <a:xfrm>
            <a:off x="1340904" y="5018320"/>
            <a:ext cx="18917716" cy="23029296"/>
          </a:xfrm>
          <a:custGeom>
            <a:avLst/>
            <a:gdLst>
              <a:gd name="connsiteX0" fmla="*/ 314980 w 18917716"/>
              <a:gd name="connsiteY0" fmla="*/ 0 h 23029296"/>
              <a:gd name="connsiteX1" fmla="*/ 17784780 w 18917716"/>
              <a:gd name="connsiteY1" fmla="*/ 0 h 23029296"/>
              <a:gd name="connsiteX2" fmla="*/ 18917716 w 18917716"/>
              <a:gd name="connsiteY2" fmla="*/ 1144180 h 23029296"/>
              <a:gd name="connsiteX3" fmla="*/ 18917716 w 18917716"/>
              <a:gd name="connsiteY3" fmla="*/ 1288555 h 23029296"/>
              <a:gd name="connsiteX4" fmla="*/ 18917716 w 18917716"/>
              <a:gd name="connsiteY4" fmla="*/ 2184364 h 23029296"/>
              <a:gd name="connsiteX5" fmla="*/ 18917716 w 18917716"/>
              <a:gd name="connsiteY5" fmla="*/ 2328742 h 23029296"/>
              <a:gd name="connsiteX6" fmla="*/ 18917716 w 18917716"/>
              <a:gd name="connsiteY6" fmla="*/ 2673624 h 23029296"/>
              <a:gd name="connsiteX7" fmla="*/ 18917716 w 18917716"/>
              <a:gd name="connsiteY7" fmla="*/ 2818000 h 23029296"/>
              <a:gd name="connsiteX8" fmla="*/ 18917716 w 18917716"/>
              <a:gd name="connsiteY8" fmla="*/ 3015721 h 23029296"/>
              <a:gd name="connsiteX9" fmla="*/ 18917716 w 18917716"/>
              <a:gd name="connsiteY9" fmla="*/ 3160100 h 23029296"/>
              <a:gd name="connsiteX10" fmla="*/ 18917716 w 18917716"/>
              <a:gd name="connsiteY10" fmla="*/ 3713808 h 23029296"/>
              <a:gd name="connsiteX11" fmla="*/ 18917716 w 18917716"/>
              <a:gd name="connsiteY11" fmla="*/ 3858186 h 23029296"/>
              <a:gd name="connsiteX12" fmla="*/ 18917716 w 18917716"/>
              <a:gd name="connsiteY12" fmla="*/ 4055906 h 23029296"/>
              <a:gd name="connsiteX13" fmla="*/ 18917716 w 18917716"/>
              <a:gd name="connsiteY13" fmla="*/ 4182346 h 23029296"/>
              <a:gd name="connsiteX14" fmla="*/ 18917716 w 18917716"/>
              <a:gd name="connsiteY14" fmla="*/ 4200284 h 23029296"/>
              <a:gd name="connsiteX15" fmla="*/ 18917716 w 18917716"/>
              <a:gd name="connsiteY15" fmla="*/ 4326722 h 23029296"/>
              <a:gd name="connsiteX16" fmla="*/ 18917716 w 18917716"/>
              <a:gd name="connsiteY16" fmla="*/ 4545165 h 23029296"/>
              <a:gd name="connsiteX17" fmla="*/ 18917716 w 18917716"/>
              <a:gd name="connsiteY17" fmla="*/ 4689544 h 23029296"/>
              <a:gd name="connsiteX18" fmla="*/ 18917716 w 18917716"/>
              <a:gd name="connsiteY18" fmla="*/ 5222530 h 23029296"/>
              <a:gd name="connsiteX19" fmla="*/ 18917716 w 18917716"/>
              <a:gd name="connsiteY19" fmla="*/ 5366908 h 23029296"/>
              <a:gd name="connsiteX20" fmla="*/ 18917716 w 18917716"/>
              <a:gd name="connsiteY20" fmla="*/ 5585351 h 23029296"/>
              <a:gd name="connsiteX21" fmla="*/ 18917716 w 18917716"/>
              <a:gd name="connsiteY21" fmla="*/ 5711791 h 23029296"/>
              <a:gd name="connsiteX22" fmla="*/ 18917716 w 18917716"/>
              <a:gd name="connsiteY22" fmla="*/ 5729729 h 23029296"/>
              <a:gd name="connsiteX23" fmla="*/ 18917716 w 18917716"/>
              <a:gd name="connsiteY23" fmla="*/ 5856167 h 23029296"/>
              <a:gd name="connsiteX24" fmla="*/ 18917716 w 18917716"/>
              <a:gd name="connsiteY24" fmla="*/ 6053887 h 23029296"/>
              <a:gd name="connsiteX25" fmla="*/ 18917716 w 18917716"/>
              <a:gd name="connsiteY25" fmla="*/ 6198266 h 23029296"/>
              <a:gd name="connsiteX26" fmla="*/ 18917716 w 18917716"/>
              <a:gd name="connsiteY26" fmla="*/ 6751975 h 23029296"/>
              <a:gd name="connsiteX27" fmla="*/ 18917716 w 18917716"/>
              <a:gd name="connsiteY27" fmla="*/ 6896353 h 23029296"/>
              <a:gd name="connsiteX28" fmla="*/ 18917716 w 18917716"/>
              <a:gd name="connsiteY28" fmla="*/ 7094073 h 23029296"/>
              <a:gd name="connsiteX29" fmla="*/ 18917716 w 18917716"/>
              <a:gd name="connsiteY29" fmla="*/ 7238451 h 23029296"/>
              <a:gd name="connsiteX30" fmla="*/ 18917716 w 18917716"/>
              <a:gd name="connsiteY30" fmla="*/ 7583332 h 23029296"/>
              <a:gd name="connsiteX31" fmla="*/ 18917716 w 18917716"/>
              <a:gd name="connsiteY31" fmla="*/ 7727711 h 23029296"/>
              <a:gd name="connsiteX32" fmla="*/ 18917716 w 18917716"/>
              <a:gd name="connsiteY32" fmla="*/ 8623518 h 23029296"/>
              <a:gd name="connsiteX33" fmla="*/ 18917716 w 18917716"/>
              <a:gd name="connsiteY33" fmla="*/ 8767896 h 23029296"/>
              <a:gd name="connsiteX34" fmla="*/ 18917716 w 18917716"/>
              <a:gd name="connsiteY34" fmla="*/ 17597268 h 23029296"/>
              <a:gd name="connsiteX35" fmla="*/ 18917716 w 18917716"/>
              <a:gd name="connsiteY35" fmla="*/ 17741644 h 23029296"/>
              <a:gd name="connsiteX36" fmla="*/ 18917716 w 18917716"/>
              <a:gd name="connsiteY36" fmla="*/ 18461684 h 23029296"/>
              <a:gd name="connsiteX37" fmla="*/ 18917716 w 18917716"/>
              <a:gd name="connsiteY37" fmla="*/ 19126714 h 23029296"/>
              <a:gd name="connsiteX38" fmla="*/ 18917716 w 18917716"/>
              <a:gd name="connsiteY38" fmla="*/ 19271090 h 23029296"/>
              <a:gd name="connsiteX39" fmla="*/ 18917716 w 18917716"/>
              <a:gd name="connsiteY39" fmla="*/ 19991130 h 23029296"/>
              <a:gd name="connsiteX40" fmla="*/ 18917716 w 18917716"/>
              <a:gd name="connsiteY40" fmla="*/ 20635436 h 23029296"/>
              <a:gd name="connsiteX41" fmla="*/ 18917716 w 18917716"/>
              <a:gd name="connsiteY41" fmla="*/ 20779812 h 23029296"/>
              <a:gd name="connsiteX42" fmla="*/ 18917716 w 18917716"/>
              <a:gd name="connsiteY42" fmla="*/ 21499852 h 23029296"/>
              <a:gd name="connsiteX43" fmla="*/ 18917716 w 18917716"/>
              <a:gd name="connsiteY43" fmla="*/ 22164880 h 23029296"/>
              <a:gd name="connsiteX44" fmla="*/ 18917716 w 18917716"/>
              <a:gd name="connsiteY44" fmla="*/ 22309256 h 23029296"/>
              <a:gd name="connsiteX45" fmla="*/ 18917716 w 18917716"/>
              <a:gd name="connsiteY45" fmla="*/ 23029296 h 23029296"/>
              <a:gd name="connsiteX46" fmla="*/ 0 w 18917716"/>
              <a:gd name="connsiteY46" fmla="*/ 23029296 h 23029296"/>
              <a:gd name="connsiteX47" fmla="*/ 0 w 18917716"/>
              <a:gd name="connsiteY47" fmla="*/ 22309256 h 23029296"/>
              <a:gd name="connsiteX48" fmla="*/ 0 w 18917716"/>
              <a:gd name="connsiteY48" fmla="*/ 22164880 h 23029296"/>
              <a:gd name="connsiteX49" fmla="*/ 0 w 18917716"/>
              <a:gd name="connsiteY49" fmla="*/ 21499852 h 23029296"/>
              <a:gd name="connsiteX50" fmla="*/ 0 w 18917716"/>
              <a:gd name="connsiteY50" fmla="*/ 20779812 h 23029296"/>
              <a:gd name="connsiteX51" fmla="*/ 0 w 18917716"/>
              <a:gd name="connsiteY51" fmla="*/ 20635436 h 23029296"/>
              <a:gd name="connsiteX52" fmla="*/ 0 w 18917716"/>
              <a:gd name="connsiteY52" fmla="*/ 19991130 h 23029296"/>
              <a:gd name="connsiteX53" fmla="*/ 0 w 18917716"/>
              <a:gd name="connsiteY53" fmla="*/ 19271090 h 23029296"/>
              <a:gd name="connsiteX54" fmla="*/ 0 w 18917716"/>
              <a:gd name="connsiteY54" fmla="*/ 19126714 h 23029296"/>
              <a:gd name="connsiteX55" fmla="*/ 0 w 18917716"/>
              <a:gd name="connsiteY55" fmla="*/ 18461684 h 23029296"/>
              <a:gd name="connsiteX56" fmla="*/ 0 w 18917716"/>
              <a:gd name="connsiteY56" fmla="*/ 17741644 h 23029296"/>
              <a:gd name="connsiteX57" fmla="*/ 0 w 18917716"/>
              <a:gd name="connsiteY57" fmla="*/ 17597268 h 23029296"/>
              <a:gd name="connsiteX58" fmla="*/ 0 w 18917716"/>
              <a:gd name="connsiteY58" fmla="*/ 7941823 h 23029296"/>
              <a:gd name="connsiteX59" fmla="*/ 0 w 18917716"/>
              <a:gd name="connsiteY59" fmla="*/ 7797445 h 23029296"/>
              <a:gd name="connsiteX60" fmla="*/ 0 w 18917716"/>
              <a:gd name="connsiteY60" fmla="*/ 6901638 h 23029296"/>
              <a:gd name="connsiteX61" fmla="*/ 0 w 18917716"/>
              <a:gd name="connsiteY61" fmla="*/ 6757259 h 23029296"/>
              <a:gd name="connsiteX62" fmla="*/ 0 w 18917716"/>
              <a:gd name="connsiteY62" fmla="*/ 6412378 h 23029296"/>
              <a:gd name="connsiteX63" fmla="*/ 0 w 18917716"/>
              <a:gd name="connsiteY63" fmla="*/ 6268000 h 23029296"/>
              <a:gd name="connsiteX64" fmla="*/ 0 w 18917716"/>
              <a:gd name="connsiteY64" fmla="*/ 6070281 h 23029296"/>
              <a:gd name="connsiteX65" fmla="*/ 0 w 18917716"/>
              <a:gd name="connsiteY65" fmla="*/ 5925905 h 23029296"/>
              <a:gd name="connsiteX66" fmla="*/ 0 w 18917716"/>
              <a:gd name="connsiteY66" fmla="*/ 5372193 h 23029296"/>
              <a:gd name="connsiteX67" fmla="*/ 0 w 18917716"/>
              <a:gd name="connsiteY67" fmla="*/ 5227814 h 23029296"/>
              <a:gd name="connsiteX68" fmla="*/ 0 w 18917716"/>
              <a:gd name="connsiteY68" fmla="*/ 5030095 h 23029296"/>
              <a:gd name="connsiteX69" fmla="*/ 0 w 18917716"/>
              <a:gd name="connsiteY69" fmla="*/ 4903656 h 23029296"/>
              <a:gd name="connsiteX70" fmla="*/ 0 w 18917716"/>
              <a:gd name="connsiteY70" fmla="*/ 4885718 h 23029296"/>
              <a:gd name="connsiteX71" fmla="*/ 0 w 18917716"/>
              <a:gd name="connsiteY71" fmla="*/ 4759279 h 23029296"/>
              <a:gd name="connsiteX72" fmla="*/ 0 w 18917716"/>
              <a:gd name="connsiteY72" fmla="*/ 4540836 h 23029296"/>
              <a:gd name="connsiteX73" fmla="*/ 0 w 18917716"/>
              <a:gd name="connsiteY73" fmla="*/ 4396460 h 23029296"/>
              <a:gd name="connsiteX74" fmla="*/ 0 w 18917716"/>
              <a:gd name="connsiteY74" fmla="*/ 3863471 h 23029296"/>
              <a:gd name="connsiteX75" fmla="*/ 0 w 18917716"/>
              <a:gd name="connsiteY75" fmla="*/ 3719092 h 23029296"/>
              <a:gd name="connsiteX76" fmla="*/ 0 w 18917716"/>
              <a:gd name="connsiteY76" fmla="*/ 3500649 h 23029296"/>
              <a:gd name="connsiteX77" fmla="*/ 0 w 18917716"/>
              <a:gd name="connsiteY77" fmla="*/ 3374211 h 23029296"/>
              <a:gd name="connsiteX78" fmla="*/ 0 w 18917716"/>
              <a:gd name="connsiteY78" fmla="*/ 3356274 h 23029296"/>
              <a:gd name="connsiteX79" fmla="*/ 0 w 18917716"/>
              <a:gd name="connsiteY79" fmla="*/ 3229833 h 23029296"/>
              <a:gd name="connsiteX80" fmla="*/ 0 w 18917716"/>
              <a:gd name="connsiteY80" fmla="*/ 3032114 h 23029296"/>
              <a:gd name="connsiteX81" fmla="*/ 0 w 18917716"/>
              <a:gd name="connsiteY81" fmla="*/ 2887738 h 23029296"/>
              <a:gd name="connsiteX82" fmla="*/ 0 w 18917716"/>
              <a:gd name="connsiteY82" fmla="*/ 2334027 h 23029296"/>
              <a:gd name="connsiteX83" fmla="*/ 0 w 18917716"/>
              <a:gd name="connsiteY83" fmla="*/ 2189648 h 23029296"/>
              <a:gd name="connsiteX84" fmla="*/ 0 w 18917716"/>
              <a:gd name="connsiteY84" fmla="*/ 1991929 h 23029296"/>
              <a:gd name="connsiteX85" fmla="*/ 0 w 18917716"/>
              <a:gd name="connsiteY85" fmla="*/ 1847552 h 23029296"/>
              <a:gd name="connsiteX86" fmla="*/ 0 w 18917716"/>
              <a:gd name="connsiteY86" fmla="*/ 1502669 h 23029296"/>
              <a:gd name="connsiteX87" fmla="*/ 0 w 18917716"/>
              <a:gd name="connsiteY87" fmla="*/ 1358293 h 23029296"/>
              <a:gd name="connsiteX88" fmla="*/ 0 w 18917716"/>
              <a:gd name="connsiteY88" fmla="*/ 462483 h 23029296"/>
              <a:gd name="connsiteX89" fmla="*/ 0 w 18917716"/>
              <a:gd name="connsiteY89" fmla="*/ 318107 h 23029296"/>
              <a:gd name="connsiteX90" fmla="*/ 314980 w 18917716"/>
              <a:gd name="connsiteY90" fmla="*/ 0 h 23029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8917716" h="23029296">
                <a:moveTo>
                  <a:pt x="314980" y="0"/>
                </a:moveTo>
                <a:lnTo>
                  <a:pt x="17784780" y="0"/>
                </a:lnTo>
                <a:lnTo>
                  <a:pt x="18917716" y="1144180"/>
                </a:lnTo>
                <a:lnTo>
                  <a:pt x="18917716" y="1288555"/>
                </a:lnTo>
                <a:lnTo>
                  <a:pt x="18917716" y="2184364"/>
                </a:lnTo>
                <a:lnTo>
                  <a:pt x="18917716" y="2328742"/>
                </a:lnTo>
                <a:lnTo>
                  <a:pt x="18917716" y="2673624"/>
                </a:lnTo>
                <a:lnTo>
                  <a:pt x="18917716" y="2818000"/>
                </a:lnTo>
                <a:lnTo>
                  <a:pt x="18917716" y="3015721"/>
                </a:lnTo>
                <a:lnTo>
                  <a:pt x="18917716" y="3160100"/>
                </a:lnTo>
                <a:lnTo>
                  <a:pt x="18917716" y="3713808"/>
                </a:lnTo>
                <a:lnTo>
                  <a:pt x="18917716" y="3858186"/>
                </a:lnTo>
                <a:lnTo>
                  <a:pt x="18917716" y="4055906"/>
                </a:lnTo>
                <a:lnTo>
                  <a:pt x="18917716" y="4182346"/>
                </a:lnTo>
                <a:lnTo>
                  <a:pt x="18917716" y="4200284"/>
                </a:lnTo>
                <a:lnTo>
                  <a:pt x="18917716" y="4326722"/>
                </a:lnTo>
                <a:lnTo>
                  <a:pt x="18917716" y="4545165"/>
                </a:lnTo>
                <a:lnTo>
                  <a:pt x="18917716" y="4689544"/>
                </a:lnTo>
                <a:lnTo>
                  <a:pt x="18917716" y="5222530"/>
                </a:lnTo>
                <a:lnTo>
                  <a:pt x="18917716" y="5366908"/>
                </a:lnTo>
                <a:lnTo>
                  <a:pt x="18917716" y="5585351"/>
                </a:lnTo>
                <a:lnTo>
                  <a:pt x="18917716" y="5711791"/>
                </a:lnTo>
                <a:lnTo>
                  <a:pt x="18917716" y="5729729"/>
                </a:lnTo>
                <a:lnTo>
                  <a:pt x="18917716" y="5856167"/>
                </a:lnTo>
                <a:lnTo>
                  <a:pt x="18917716" y="6053887"/>
                </a:lnTo>
                <a:lnTo>
                  <a:pt x="18917716" y="6198266"/>
                </a:lnTo>
                <a:lnTo>
                  <a:pt x="18917716" y="6751975"/>
                </a:lnTo>
                <a:lnTo>
                  <a:pt x="18917716" y="6896353"/>
                </a:lnTo>
                <a:lnTo>
                  <a:pt x="18917716" y="7094073"/>
                </a:lnTo>
                <a:lnTo>
                  <a:pt x="18917716" y="7238451"/>
                </a:lnTo>
                <a:lnTo>
                  <a:pt x="18917716" y="7583332"/>
                </a:lnTo>
                <a:lnTo>
                  <a:pt x="18917716" y="7727711"/>
                </a:lnTo>
                <a:lnTo>
                  <a:pt x="18917716" y="8623518"/>
                </a:lnTo>
                <a:lnTo>
                  <a:pt x="18917716" y="8767896"/>
                </a:lnTo>
                <a:lnTo>
                  <a:pt x="18917716" y="17597268"/>
                </a:lnTo>
                <a:lnTo>
                  <a:pt x="18917716" y="17741644"/>
                </a:lnTo>
                <a:lnTo>
                  <a:pt x="18917716" y="18461684"/>
                </a:lnTo>
                <a:lnTo>
                  <a:pt x="18917716" y="19126714"/>
                </a:lnTo>
                <a:lnTo>
                  <a:pt x="18917716" y="19271090"/>
                </a:lnTo>
                <a:lnTo>
                  <a:pt x="18917716" y="19991130"/>
                </a:lnTo>
                <a:lnTo>
                  <a:pt x="18917716" y="20635436"/>
                </a:lnTo>
                <a:lnTo>
                  <a:pt x="18917716" y="20779812"/>
                </a:lnTo>
                <a:lnTo>
                  <a:pt x="18917716" y="21499852"/>
                </a:lnTo>
                <a:lnTo>
                  <a:pt x="18917716" y="22164880"/>
                </a:lnTo>
                <a:lnTo>
                  <a:pt x="18917716" y="22309256"/>
                </a:lnTo>
                <a:lnTo>
                  <a:pt x="18917716" y="23029296"/>
                </a:lnTo>
                <a:lnTo>
                  <a:pt x="0" y="23029296"/>
                </a:lnTo>
                <a:lnTo>
                  <a:pt x="0" y="22309256"/>
                </a:lnTo>
                <a:lnTo>
                  <a:pt x="0" y="22164880"/>
                </a:lnTo>
                <a:lnTo>
                  <a:pt x="0" y="21499852"/>
                </a:lnTo>
                <a:lnTo>
                  <a:pt x="0" y="20779812"/>
                </a:lnTo>
                <a:lnTo>
                  <a:pt x="0" y="20635436"/>
                </a:lnTo>
                <a:lnTo>
                  <a:pt x="0" y="19991130"/>
                </a:lnTo>
                <a:lnTo>
                  <a:pt x="0" y="19271090"/>
                </a:lnTo>
                <a:lnTo>
                  <a:pt x="0" y="19126714"/>
                </a:lnTo>
                <a:lnTo>
                  <a:pt x="0" y="18461684"/>
                </a:lnTo>
                <a:lnTo>
                  <a:pt x="0" y="17741644"/>
                </a:lnTo>
                <a:lnTo>
                  <a:pt x="0" y="17597268"/>
                </a:lnTo>
                <a:lnTo>
                  <a:pt x="0" y="7941823"/>
                </a:lnTo>
                <a:lnTo>
                  <a:pt x="0" y="7797445"/>
                </a:lnTo>
                <a:lnTo>
                  <a:pt x="0" y="6901638"/>
                </a:lnTo>
                <a:lnTo>
                  <a:pt x="0" y="6757259"/>
                </a:lnTo>
                <a:lnTo>
                  <a:pt x="0" y="6412378"/>
                </a:lnTo>
                <a:lnTo>
                  <a:pt x="0" y="6268000"/>
                </a:lnTo>
                <a:lnTo>
                  <a:pt x="0" y="6070281"/>
                </a:lnTo>
                <a:lnTo>
                  <a:pt x="0" y="5925905"/>
                </a:lnTo>
                <a:lnTo>
                  <a:pt x="0" y="5372193"/>
                </a:lnTo>
                <a:lnTo>
                  <a:pt x="0" y="5227814"/>
                </a:lnTo>
                <a:lnTo>
                  <a:pt x="0" y="5030095"/>
                </a:lnTo>
                <a:lnTo>
                  <a:pt x="0" y="4903656"/>
                </a:lnTo>
                <a:lnTo>
                  <a:pt x="0" y="4885718"/>
                </a:lnTo>
                <a:lnTo>
                  <a:pt x="0" y="4759279"/>
                </a:lnTo>
                <a:lnTo>
                  <a:pt x="0" y="4540836"/>
                </a:lnTo>
                <a:lnTo>
                  <a:pt x="0" y="4396460"/>
                </a:lnTo>
                <a:lnTo>
                  <a:pt x="0" y="3863471"/>
                </a:lnTo>
                <a:lnTo>
                  <a:pt x="0" y="3719092"/>
                </a:lnTo>
                <a:lnTo>
                  <a:pt x="0" y="3500649"/>
                </a:lnTo>
                <a:lnTo>
                  <a:pt x="0" y="3374211"/>
                </a:lnTo>
                <a:lnTo>
                  <a:pt x="0" y="3356274"/>
                </a:lnTo>
                <a:lnTo>
                  <a:pt x="0" y="3229833"/>
                </a:lnTo>
                <a:lnTo>
                  <a:pt x="0" y="3032114"/>
                </a:lnTo>
                <a:lnTo>
                  <a:pt x="0" y="2887738"/>
                </a:lnTo>
                <a:lnTo>
                  <a:pt x="0" y="2334027"/>
                </a:lnTo>
                <a:lnTo>
                  <a:pt x="0" y="2189648"/>
                </a:lnTo>
                <a:lnTo>
                  <a:pt x="0" y="1991929"/>
                </a:lnTo>
                <a:lnTo>
                  <a:pt x="0" y="1847552"/>
                </a:lnTo>
                <a:lnTo>
                  <a:pt x="0" y="1502669"/>
                </a:lnTo>
                <a:lnTo>
                  <a:pt x="0" y="1358293"/>
                </a:lnTo>
                <a:lnTo>
                  <a:pt x="0" y="462483"/>
                </a:lnTo>
                <a:lnTo>
                  <a:pt x="0" y="318107"/>
                </a:lnTo>
                <a:cubicBezTo>
                  <a:pt x="0" y="142422"/>
                  <a:pt x="141022" y="0"/>
                  <a:pt x="314980" y="0"/>
                </a:cubicBezTo>
                <a:close/>
              </a:path>
            </a:pathLst>
          </a:custGeom>
          <a:solidFill>
            <a:schemeClr val="bg1"/>
          </a:solidFill>
          <a:ln w="63500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2CDFE521-F2D1-0BC2-4005-CF5D95B1B710}"/>
              </a:ext>
            </a:extLst>
          </p:cNvPr>
          <p:cNvSpPr/>
          <p:nvPr/>
        </p:nvSpPr>
        <p:spPr>
          <a:xfrm>
            <a:off x="19128241" y="5018320"/>
            <a:ext cx="1132938" cy="1132940"/>
          </a:xfrm>
          <a:custGeom>
            <a:avLst/>
            <a:gdLst>
              <a:gd name="connsiteX0" fmla="*/ 0 w 1164628"/>
              <a:gd name="connsiteY0" fmla="*/ 0 h 1164629"/>
              <a:gd name="connsiteX1" fmla="*/ 1164628 w 1164628"/>
              <a:gd name="connsiteY1" fmla="*/ 1164629 h 1164629"/>
              <a:gd name="connsiteX2" fmla="*/ 332104 w 1164628"/>
              <a:gd name="connsiteY2" fmla="*/ 1164629 h 1164629"/>
              <a:gd name="connsiteX3" fmla="*/ 0 w 1164628"/>
              <a:gd name="connsiteY3" fmla="*/ 832523 h 116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4628" h="1164629">
                <a:moveTo>
                  <a:pt x="0" y="0"/>
                </a:moveTo>
                <a:lnTo>
                  <a:pt x="1164628" y="1164629"/>
                </a:lnTo>
                <a:lnTo>
                  <a:pt x="332104" y="1164629"/>
                </a:lnTo>
                <a:cubicBezTo>
                  <a:pt x="148688" y="1164629"/>
                  <a:pt x="0" y="1015940"/>
                  <a:pt x="0" y="832523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 w="63500">
            <a:noFill/>
            <a:round/>
          </a:ln>
          <a:effectLst>
            <a:outerShdw blurRad="596900" algn="ctr" rotWithShape="0">
              <a:schemeClr val="accent3">
                <a:alpha val="1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5273130-929D-12E7-2330-822CA23F86B3}"/>
              </a:ext>
            </a:extLst>
          </p:cNvPr>
          <p:cNvCxnSpPr>
            <a:cxnSpLocks/>
          </p:cNvCxnSpPr>
          <p:nvPr userDrawn="1"/>
        </p:nvCxnSpPr>
        <p:spPr>
          <a:xfrm>
            <a:off x="3918634" y="3858844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5AEB868-1E3E-0C23-838E-3598DF7AF97B}"/>
              </a:ext>
            </a:extLst>
          </p:cNvPr>
          <p:cNvCxnSpPr>
            <a:cxnSpLocks/>
          </p:cNvCxnSpPr>
          <p:nvPr userDrawn="1"/>
        </p:nvCxnSpPr>
        <p:spPr>
          <a:xfrm>
            <a:off x="16169307" y="3858845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텍스트 개체 틀 58">
            <a:extLst>
              <a:ext uri="{FF2B5EF4-FFF2-40B4-BE49-F238E27FC236}">
                <a16:creationId xmlns:a16="http://schemas.microsoft.com/office/drawing/2014/main" id="{E224F414-AB93-79A5-EA99-0EE4C8EF8CA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043731" y="1186933"/>
            <a:ext cx="7914555" cy="707886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40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 err="1"/>
              <a:t>마이크로디그리명</a:t>
            </a:r>
            <a:endParaRPr lang="ko-KR" altLang="en-US" dirty="0"/>
          </a:p>
        </p:txBody>
      </p:sp>
      <p:sp>
        <p:nvSpPr>
          <p:cNvPr id="61" name="텍스트 개체 틀 58">
            <a:extLst>
              <a:ext uri="{FF2B5EF4-FFF2-40B4-BE49-F238E27FC236}">
                <a16:creationId xmlns:a16="http://schemas.microsoft.com/office/drawing/2014/main" id="{DA089DD9-E553-21CF-B71E-7C073C036FC6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2127420" y="1125378"/>
            <a:ext cx="7914555" cy="830997"/>
          </a:xfrm>
        </p:spPr>
        <p:txBody>
          <a:bodyPr wrap="square" anchor="ctr">
            <a:spAutoFit/>
          </a:bodyPr>
          <a:lstStyle>
            <a:lvl1pPr marL="0" indent="0" algn="r" latinLnBrk="0">
              <a:lnSpc>
                <a:spcPct val="100000"/>
              </a:lnSpc>
              <a:spcBef>
                <a:spcPts val="0"/>
              </a:spcBef>
              <a:buNone/>
              <a:defRPr sz="48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r>
              <a:rPr lang="ko-KR" altLang="en-US" dirty="0"/>
              <a:t>교과목명</a:t>
            </a:r>
          </a:p>
        </p:txBody>
      </p:sp>
      <p:sp>
        <p:nvSpPr>
          <p:cNvPr id="62" name="텍스트 개체 틀 58">
            <a:extLst>
              <a:ext uri="{FF2B5EF4-FFF2-40B4-BE49-F238E27FC236}">
                <a16:creationId xmlns:a16="http://schemas.microsoft.com/office/drawing/2014/main" id="{407C5AC6-09BB-6242-6405-E4682EBE1097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43586" y="2140054"/>
            <a:ext cx="17711211" cy="1400383"/>
          </a:xfrm>
        </p:spPr>
        <p:txBody>
          <a:bodyPr wrap="square" anchor="t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8500">
                <a:ln>
                  <a:noFill/>
                </a:ln>
                <a:solidFill>
                  <a:schemeClr val="bg1"/>
                </a:solidFill>
                <a:latin typeface="페이퍼로지 8 ExtraBold" pitchFamily="2" charset="-127"/>
                <a:ea typeface="페이퍼로지 8 Extra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제목 </a:t>
            </a:r>
            <a:r>
              <a:rPr lang="en-US" altLang="ko-KR" dirty="0"/>
              <a:t>(</a:t>
            </a:r>
            <a:r>
              <a:rPr lang="ko-KR" altLang="en-US" dirty="0"/>
              <a:t>과제명 또는 프로젝트명</a:t>
            </a:r>
            <a:r>
              <a:rPr lang="en-US" altLang="ko-KR" dirty="0"/>
              <a:t>)</a:t>
            </a:r>
          </a:p>
        </p:txBody>
      </p:sp>
      <p:sp>
        <p:nvSpPr>
          <p:cNvPr id="63" name="텍스트 개체 틀 58">
            <a:extLst>
              <a:ext uri="{FF2B5EF4-FFF2-40B4-BE49-F238E27FC236}">
                <a16:creationId xmlns:a16="http://schemas.microsoft.com/office/drawing/2014/main" id="{98F8812B-45D7-6417-12BA-3D6957EF571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663638" y="3747572"/>
            <a:ext cx="2052165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64" name="텍스트 개체 틀 58">
            <a:extLst>
              <a:ext uri="{FF2B5EF4-FFF2-40B4-BE49-F238E27FC236}">
                <a16:creationId xmlns:a16="http://schemas.microsoft.com/office/drawing/2014/main" id="{91858DFE-5E0C-9B0B-0D21-D90091BE111A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4269130" y="3747572"/>
            <a:ext cx="1608133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</a:t>
            </a:r>
          </a:p>
        </p:txBody>
      </p:sp>
      <p:sp>
        <p:nvSpPr>
          <p:cNvPr id="65" name="텍스트 개체 틀 58">
            <a:extLst>
              <a:ext uri="{FF2B5EF4-FFF2-40B4-BE49-F238E27FC236}">
                <a16:creationId xmlns:a16="http://schemas.microsoft.com/office/drawing/2014/main" id="{A6BAC387-519C-9E0D-661E-77AB20EC998B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6461352" y="3747572"/>
            <a:ext cx="2893436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지도교수명</a:t>
            </a:r>
          </a:p>
        </p:txBody>
      </p:sp>
      <p:sp>
        <p:nvSpPr>
          <p:cNvPr id="66" name="텍스트 개체 틀 58">
            <a:extLst>
              <a:ext uri="{FF2B5EF4-FFF2-40B4-BE49-F238E27FC236}">
                <a16:creationId xmlns:a16="http://schemas.microsoft.com/office/drawing/2014/main" id="{8EFA22B7-9E7C-4C9D-389D-89B2AACD348A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121466" y="3747572"/>
            <a:ext cx="9318763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89C6032-0457-388A-85C0-F03441DADBB6}"/>
              </a:ext>
            </a:extLst>
          </p:cNvPr>
          <p:cNvSpPr/>
          <p:nvPr userDrawn="1"/>
        </p:nvSpPr>
        <p:spPr>
          <a:xfrm>
            <a:off x="1643579" y="1216008"/>
            <a:ext cx="1157154" cy="64973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MD</a:t>
            </a:r>
            <a:endParaRPr lang="ko-KR" altLang="en-US" sz="3200" dirty="0">
              <a:solidFill>
                <a:schemeClr val="bg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32A0EA-BA14-5135-0537-B4172A2A2D27}"/>
              </a:ext>
            </a:extLst>
          </p:cNvPr>
          <p:cNvSpPr/>
          <p:nvPr userDrawn="1"/>
        </p:nvSpPr>
        <p:spPr>
          <a:xfrm>
            <a:off x="934666" y="30884705"/>
            <a:ext cx="8554093" cy="83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spAutoFit/>
          </a:bodyPr>
          <a:lstStyle/>
          <a:p>
            <a:r>
              <a:rPr lang="en-US" altLang="ko-KR" sz="4800" dirty="0">
                <a:gradFill>
                  <a:gsLst>
                    <a:gs pos="39000">
                      <a:schemeClr val="accent3"/>
                    </a:gs>
                    <a:gs pos="88000">
                      <a:schemeClr val="accent2"/>
                    </a:gs>
                  </a:gsLst>
                  <a:lin ang="2700000" scaled="1"/>
                </a:gradFill>
                <a:latin typeface="+mj-ea"/>
                <a:ea typeface="+mj-ea"/>
              </a:rPr>
              <a:t>2026</a:t>
            </a:r>
            <a:r>
              <a:rPr lang="ko-KR" altLang="en-US" sz="4800" dirty="0">
                <a:gradFill>
                  <a:gsLst>
                    <a:gs pos="39000">
                      <a:schemeClr val="accent3"/>
                    </a:gs>
                    <a:gs pos="88000">
                      <a:schemeClr val="accent2"/>
                    </a:gs>
                  </a:gsLst>
                  <a:lin ang="2700000" scaled="1"/>
                </a:gradFill>
                <a:latin typeface="+mj-ea"/>
                <a:ea typeface="+mj-ea"/>
              </a:rPr>
              <a:t>년 </a:t>
            </a:r>
            <a:r>
              <a:rPr lang="en-US" altLang="ko-KR" sz="4800" dirty="0">
                <a:gradFill>
                  <a:gsLst>
                    <a:gs pos="39000">
                      <a:schemeClr val="accent3"/>
                    </a:gs>
                    <a:gs pos="88000">
                      <a:schemeClr val="accent2"/>
                    </a:gs>
                  </a:gsLst>
                  <a:lin ang="2700000" scaled="1"/>
                </a:gradFill>
                <a:latin typeface="+mj-ea"/>
                <a:ea typeface="+mj-ea"/>
              </a:rPr>
              <a:t>1</a:t>
            </a:r>
            <a:r>
              <a:rPr lang="ko-KR" altLang="en-US" sz="4800" dirty="0">
                <a:gradFill>
                  <a:gsLst>
                    <a:gs pos="39000">
                      <a:schemeClr val="accent3"/>
                    </a:gs>
                    <a:gs pos="88000">
                      <a:schemeClr val="accent2"/>
                    </a:gs>
                  </a:gsLst>
                  <a:lin ang="2700000" scaled="1"/>
                </a:gradFill>
                <a:latin typeface="+mj-ea"/>
                <a:ea typeface="+mj-ea"/>
              </a:rPr>
              <a:t>학기</a:t>
            </a:r>
            <a:r>
              <a:rPr lang="en-US" altLang="ko-KR" sz="4800" dirty="0">
                <a:gradFill>
                  <a:gsLst>
                    <a:gs pos="39000">
                      <a:schemeClr val="accent3"/>
                    </a:gs>
                    <a:gs pos="88000">
                      <a:schemeClr val="accent2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ko-KR" altLang="en-US" sz="4800" dirty="0" err="1">
                <a:gradFill>
                  <a:gsLst>
                    <a:gs pos="39000">
                      <a:schemeClr val="accent3"/>
                    </a:gs>
                    <a:gs pos="88000">
                      <a:schemeClr val="accent2"/>
                    </a:gs>
                  </a:gsLst>
                  <a:lin ang="2700000" scaled="1"/>
                </a:gradFill>
                <a:latin typeface="+mj-ea"/>
                <a:ea typeface="+mj-ea"/>
              </a:rPr>
              <a:t>마이크로디그리</a:t>
            </a:r>
            <a:r>
              <a:rPr lang="ko-KR" altLang="en-US" sz="4800" dirty="0">
                <a:gradFill>
                  <a:gsLst>
                    <a:gs pos="39000">
                      <a:schemeClr val="accent3"/>
                    </a:gs>
                    <a:gs pos="88000">
                      <a:schemeClr val="accent2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en-US" altLang="ko-KR" sz="4800" dirty="0">
                <a:gradFill>
                  <a:gsLst>
                    <a:gs pos="39000">
                      <a:schemeClr val="accent3"/>
                    </a:gs>
                    <a:gs pos="88000">
                      <a:schemeClr val="accent2"/>
                    </a:gs>
                  </a:gsLst>
                  <a:lin ang="2700000" scaled="1"/>
                </a:gradFill>
                <a:latin typeface="+mj-ea"/>
                <a:ea typeface="+mj-ea"/>
              </a:rPr>
              <a:t>EXPO</a:t>
            </a:r>
            <a:endParaRPr lang="ko-KR" altLang="en-US" sz="4800" dirty="0">
              <a:gradFill>
                <a:gsLst>
                  <a:gs pos="39000">
                    <a:schemeClr val="accent3"/>
                  </a:gs>
                  <a:gs pos="88000">
                    <a:schemeClr val="accent2"/>
                  </a:gs>
                </a:gsLst>
                <a:lin ang="2700000" scaled="1"/>
              </a:gradFill>
              <a:latin typeface="+mj-ea"/>
              <a:ea typeface="+mj-ea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377B4877-351A-48CB-88B8-A4C0E8F79F1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2255" y="29525499"/>
            <a:ext cx="2791676" cy="2058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082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803">
          <p15:clr>
            <a:srgbClr val="FBAE40"/>
          </p15:clr>
        </p15:guide>
        <p15:guide id="3" orient="horz" pos="102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5A051FA-389B-8CA9-180B-490401DAC452}"/>
              </a:ext>
            </a:extLst>
          </p:cNvPr>
          <p:cNvSpPr/>
          <p:nvPr userDrawn="1"/>
        </p:nvSpPr>
        <p:spPr>
          <a:xfrm>
            <a:off x="0" y="0"/>
            <a:ext cx="21599524" cy="25131963"/>
          </a:xfrm>
          <a:prstGeom prst="rect">
            <a:avLst/>
          </a:prstGeom>
          <a:gradFill flip="none" rotWithShape="1">
            <a:gsLst>
              <a:gs pos="0">
                <a:schemeClr val="accent4"/>
              </a:gs>
              <a:gs pos="50000">
                <a:srgbClr val="FFC00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247D5BF-47F4-B7A2-039E-DCB488291682}"/>
              </a:ext>
            </a:extLst>
          </p:cNvPr>
          <p:cNvGrpSpPr/>
          <p:nvPr userDrawn="1"/>
        </p:nvGrpSpPr>
        <p:grpSpPr>
          <a:xfrm>
            <a:off x="-2" y="2"/>
            <a:ext cx="21599529" cy="22772438"/>
            <a:chOff x="-5" y="2"/>
            <a:chExt cx="21599529" cy="22772438"/>
          </a:xfrm>
        </p:grpSpPr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DBA25FAB-024A-81F6-42CA-937B71DB7C61}"/>
                </a:ext>
              </a:extLst>
            </p:cNvPr>
            <p:cNvSpPr/>
            <p:nvPr/>
          </p:nvSpPr>
          <p:spPr>
            <a:xfrm>
              <a:off x="16873202" y="13616595"/>
              <a:ext cx="4726322" cy="9155845"/>
            </a:xfrm>
            <a:custGeom>
              <a:avLst/>
              <a:gdLst>
                <a:gd name="connsiteX0" fmla="*/ 4726322 w 4726322"/>
                <a:gd name="connsiteY0" fmla="*/ 0 h 9155845"/>
                <a:gd name="connsiteX1" fmla="*/ 4726322 w 4726322"/>
                <a:gd name="connsiteY1" fmla="*/ 8718790 h 9155845"/>
                <a:gd name="connsiteX2" fmla="*/ 4585142 w 4726322"/>
                <a:gd name="connsiteY2" fmla="*/ 8801870 h 9155845"/>
                <a:gd name="connsiteX3" fmla="*/ 915276 w 4726322"/>
                <a:gd name="connsiteY3" fmla="*/ 8236008 h 9155845"/>
                <a:gd name="connsiteX4" fmla="*/ 909660 w 4726322"/>
                <a:gd name="connsiteY4" fmla="*/ 3816662 h 9155845"/>
                <a:gd name="connsiteX5" fmla="*/ 4715010 w 4726322"/>
                <a:gd name="connsiteY5" fmla="*/ 11313 h 9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26322" h="9155845">
                  <a:moveTo>
                    <a:pt x="4726322" y="0"/>
                  </a:moveTo>
                  <a:lnTo>
                    <a:pt x="4726322" y="8718790"/>
                  </a:lnTo>
                  <a:lnTo>
                    <a:pt x="4585142" y="8801870"/>
                  </a:lnTo>
                  <a:cubicBezTo>
                    <a:pt x="3406780" y="9418040"/>
                    <a:pt x="1909268" y="9230000"/>
                    <a:pt x="915276" y="8236008"/>
                  </a:cubicBezTo>
                  <a:cubicBezTo>
                    <a:pt x="-302890" y="7017842"/>
                    <a:pt x="-305414" y="5031736"/>
                    <a:pt x="909660" y="3816662"/>
                  </a:cubicBezTo>
                  <a:cubicBezTo>
                    <a:pt x="909660" y="3816662"/>
                    <a:pt x="909660" y="3816662"/>
                    <a:pt x="4715010" y="11313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57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sp>
          <p:nvSpPr>
            <p:cNvPr id="5" name="자유형: 도형 4">
              <a:extLst>
                <a:ext uri="{FF2B5EF4-FFF2-40B4-BE49-F238E27FC236}">
                  <a16:creationId xmlns:a16="http://schemas.microsoft.com/office/drawing/2014/main" id="{D9F5731D-C7D0-5328-45DF-0A7CB270B928}"/>
                </a:ext>
              </a:extLst>
            </p:cNvPr>
            <p:cNvSpPr/>
            <p:nvPr/>
          </p:nvSpPr>
          <p:spPr>
            <a:xfrm>
              <a:off x="1" y="2"/>
              <a:ext cx="2399449" cy="3526970"/>
            </a:xfrm>
            <a:custGeom>
              <a:avLst/>
              <a:gdLst>
                <a:gd name="connsiteX0" fmla="*/ 0 w 4007903"/>
                <a:gd name="connsiteY0" fmla="*/ 0 h 5891251"/>
                <a:gd name="connsiteX1" fmla="*/ 3910401 w 4007903"/>
                <a:gd name="connsiteY1" fmla="*/ 0 h 5891251"/>
                <a:gd name="connsiteX2" fmla="*/ 3956225 w 4007903"/>
                <a:gd name="connsiteY2" fmla="*/ 187496 h 5891251"/>
                <a:gd name="connsiteX3" fmla="*/ 3194454 w 4007903"/>
                <a:gd name="connsiteY3" fmla="*/ 2696797 h 5891251"/>
                <a:gd name="connsiteX4" fmla="*/ 131606 w 4007903"/>
                <a:gd name="connsiteY4" fmla="*/ 5759646 h 5891251"/>
                <a:gd name="connsiteX5" fmla="*/ 0 w 4007903"/>
                <a:gd name="connsiteY5" fmla="*/ 5891251 h 5891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07903" h="5891251">
                  <a:moveTo>
                    <a:pt x="0" y="0"/>
                  </a:moveTo>
                  <a:lnTo>
                    <a:pt x="3910401" y="0"/>
                  </a:lnTo>
                  <a:lnTo>
                    <a:pt x="3956225" y="187496"/>
                  </a:lnTo>
                  <a:cubicBezTo>
                    <a:pt x="4127336" y="1069268"/>
                    <a:pt x="3873555" y="2017697"/>
                    <a:pt x="3194454" y="2696797"/>
                  </a:cubicBezTo>
                  <a:cubicBezTo>
                    <a:pt x="3194454" y="2696797"/>
                    <a:pt x="3194454" y="2696797"/>
                    <a:pt x="131606" y="5759646"/>
                  </a:cubicBezTo>
                  <a:lnTo>
                    <a:pt x="0" y="5891251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16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729CFD5-EC38-93C8-F697-93CD4091E8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644848" y="2450291"/>
              <a:ext cx="411633" cy="1639997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5D67018-1C43-61F0-1DBD-5C36E99C5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0000"/>
            </a:blip>
            <a:srcRect r="-361" b="61544"/>
            <a:stretch/>
          </p:blipFill>
          <p:spPr>
            <a:xfrm rot="5400000">
              <a:off x="-5233351" y="12142425"/>
              <a:ext cx="13558236" cy="3091543"/>
            </a:xfrm>
            <a:prstGeom prst="rect">
              <a:avLst/>
            </a:prstGeom>
          </p:spPr>
        </p:pic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2B785AC1-9B2E-48A9-3A98-579CCD956922}"/>
              </a:ext>
            </a:extLst>
          </p:cNvPr>
          <p:cNvGrpSpPr/>
          <p:nvPr userDrawn="1"/>
        </p:nvGrpSpPr>
        <p:grpSpPr>
          <a:xfrm>
            <a:off x="615593" y="24408212"/>
            <a:ext cx="20368338" cy="723751"/>
            <a:chOff x="615593" y="24766459"/>
            <a:chExt cx="20368338" cy="723751"/>
          </a:xfrm>
        </p:grpSpPr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4F7C9DEE-6D63-C982-63A6-C2294BB4054F}"/>
                </a:ext>
              </a:extLst>
            </p:cNvPr>
            <p:cNvSpPr/>
            <p:nvPr/>
          </p:nvSpPr>
          <p:spPr>
            <a:xfrm flipH="1" flipV="1">
              <a:off x="20260180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0FF9B7D0-C2BD-0E40-1375-ED6ED90B6BB6}"/>
                </a:ext>
              </a:extLst>
            </p:cNvPr>
            <p:cNvSpPr/>
            <p:nvPr/>
          </p:nvSpPr>
          <p:spPr>
            <a:xfrm flipV="1">
              <a:off x="615593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6DD2593D-29CC-FBC6-14E1-11CD7CC7186F}"/>
              </a:ext>
            </a:extLst>
          </p:cNvPr>
          <p:cNvSpPr/>
          <p:nvPr/>
        </p:nvSpPr>
        <p:spPr>
          <a:xfrm>
            <a:off x="1340904" y="5018320"/>
            <a:ext cx="18917716" cy="23029296"/>
          </a:xfrm>
          <a:custGeom>
            <a:avLst/>
            <a:gdLst>
              <a:gd name="connsiteX0" fmla="*/ 314980 w 18917716"/>
              <a:gd name="connsiteY0" fmla="*/ 0 h 23029296"/>
              <a:gd name="connsiteX1" fmla="*/ 17784780 w 18917716"/>
              <a:gd name="connsiteY1" fmla="*/ 0 h 23029296"/>
              <a:gd name="connsiteX2" fmla="*/ 18917716 w 18917716"/>
              <a:gd name="connsiteY2" fmla="*/ 1144180 h 23029296"/>
              <a:gd name="connsiteX3" fmla="*/ 18917716 w 18917716"/>
              <a:gd name="connsiteY3" fmla="*/ 1288555 h 23029296"/>
              <a:gd name="connsiteX4" fmla="*/ 18917716 w 18917716"/>
              <a:gd name="connsiteY4" fmla="*/ 2184364 h 23029296"/>
              <a:gd name="connsiteX5" fmla="*/ 18917716 w 18917716"/>
              <a:gd name="connsiteY5" fmla="*/ 2328742 h 23029296"/>
              <a:gd name="connsiteX6" fmla="*/ 18917716 w 18917716"/>
              <a:gd name="connsiteY6" fmla="*/ 2673624 h 23029296"/>
              <a:gd name="connsiteX7" fmla="*/ 18917716 w 18917716"/>
              <a:gd name="connsiteY7" fmla="*/ 2818000 h 23029296"/>
              <a:gd name="connsiteX8" fmla="*/ 18917716 w 18917716"/>
              <a:gd name="connsiteY8" fmla="*/ 3015721 h 23029296"/>
              <a:gd name="connsiteX9" fmla="*/ 18917716 w 18917716"/>
              <a:gd name="connsiteY9" fmla="*/ 3160100 h 23029296"/>
              <a:gd name="connsiteX10" fmla="*/ 18917716 w 18917716"/>
              <a:gd name="connsiteY10" fmla="*/ 3713808 h 23029296"/>
              <a:gd name="connsiteX11" fmla="*/ 18917716 w 18917716"/>
              <a:gd name="connsiteY11" fmla="*/ 3858186 h 23029296"/>
              <a:gd name="connsiteX12" fmla="*/ 18917716 w 18917716"/>
              <a:gd name="connsiteY12" fmla="*/ 4055906 h 23029296"/>
              <a:gd name="connsiteX13" fmla="*/ 18917716 w 18917716"/>
              <a:gd name="connsiteY13" fmla="*/ 4182346 h 23029296"/>
              <a:gd name="connsiteX14" fmla="*/ 18917716 w 18917716"/>
              <a:gd name="connsiteY14" fmla="*/ 4200284 h 23029296"/>
              <a:gd name="connsiteX15" fmla="*/ 18917716 w 18917716"/>
              <a:gd name="connsiteY15" fmla="*/ 4326722 h 23029296"/>
              <a:gd name="connsiteX16" fmla="*/ 18917716 w 18917716"/>
              <a:gd name="connsiteY16" fmla="*/ 4545165 h 23029296"/>
              <a:gd name="connsiteX17" fmla="*/ 18917716 w 18917716"/>
              <a:gd name="connsiteY17" fmla="*/ 4689544 h 23029296"/>
              <a:gd name="connsiteX18" fmla="*/ 18917716 w 18917716"/>
              <a:gd name="connsiteY18" fmla="*/ 5222530 h 23029296"/>
              <a:gd name="connsiteX19" fmla="*/ 18917716 w 18917716"/>
              <a:gd name="connsiteY19" fmla="*/ 5366908 h 23029296"/>
              <a:gd name="connsiteX20" fmla="*/ 18917716 w 18917716"/>
              <a:gd name="connsiteY20" fmla="*/ 5585351 h 23029296"/>
              <a:gd name="connsiteX21" fmla="*/ 18917716 w 18917716"/>
              <a:gd name="connsiteY21" fmla="*/ 5711791 h 23029296"/>
              <a:gd name="connsiteX22" fmla="*/ 18917716 w 18917716"/>
              <a:gd name="connsiteY22" fmla="*/ 5729729 h 23029296"/>
              <a:gd name="connsiteX23" fmla="*/ 18917716 w 18917716"/>
              <a:gd name="connsiteY23" fmla="*/ 5856167 h 23029296"/>
              <a:gd name="connsiteX24" fmla="*/ 18917716 w 18917716"/>
              <a:gd name="connsiteY24" fmla="*/ 6053887 h 23029296"/>
              <a:gd name="connsiteX25" fmla="*/ 18917716 w 18917716"/>
              <a:gd name="connsiteY25" fmla="*/ 6198266 h 23029296"/>
              <a:gd name="connsiteX26" fmla="*/ 18917716 w 18917716"/>
              <a:gd name="connsiteY26" fmla="*/ 6751975 h 23029296"/>
              <a:gd name="connsiteX27" fmla="*/ 18917716 w 18917716"/>
              <a:gd name="connsiteY27" fmla="*/ 6896353 h 23029296"/>
              <a:gd name="connsiteX28" fmla="*/ 18917716 w 18917716"/>
              <a:gd name="connsiteY28" fmla="*/ 7094073 h 23029296"/>
              <a:gd name="connsiteX29" fmla="*/ 18917716 w 18917716"/>
              <a:gd name="connsiteY29" fmla="*/ 7238451 h 23029296"/>
              <a:gd name="connsiteX30" fmla="*/ 18917716 w 18917716"/>
              <a:gd name="connsiteY30" fmla="*/ 7583332 h 23029296"/>
              <a:gd name="connsiteX31" fmla="*/ 18917716 w 18917716"/>
              <a:gd name="connsiteY31" fmla="*/ 7727711 h 23029296"/>
              <a:gd name="connsiteX32" fmla="*/ 18917716 w 18917716"/>
              <a:gd name="connsiteY32" fmla="*/ 8623518 h 23029296"/>
              <a:gd name="connsiteX33" fmla="*/ 18917716 w 18917716"/>
              <a:gd name="connsiteY33" fmla="*/ 8767896 h 23029296"/>
              <a:gd name="connsiteX34" fmla="*/ 18917716 w 18917716"/>
              <a:gd name="connsiteY34" fmla="*/ 17597268 h 23029296"/>
              <a:gd name="connsiteX35" fmla="*/ 18917716 w 18917716"/>
              <a:gd name="connsiteY35" fmla="*/ 17741644 h 23029296"/>
              <a:gd name="connsiteX36" fmla="*/ 18917716 w 18917716"/>
              <a:gd name="connsiteY36" fmla="*/ 18461684 h 23029296"/>
              <a:gd name="connsiteX37" fmla="*/ 18917716 w 18917716"/>
              <a:gd name="connsiteY37" fmla="*/ 19126714 h 23029296"/>
              <a:gd name="connsiteX38" fmla="*/ 18917716 w 18917716"/>
              <a:gd name="connsiteY38" fmla="*/ 19271090 h 23029296"/>
              <a:gd name="connsiteX39" fmla="*/ 18917716 w 18917716"/>
              <a:gd name="connsiteY39" fmla="*/ 19991130 h 23029296"/>
              <a:gd name="connsiteX40" fmla="*/ 18917716 w 18917716"/>
              <a:gd name="connsiteY40" fmla="*/ 20635436 h 23029296"/>
              <a:gd name="connsiteX41" fmla="*/ 18917716 w 18917716"/>
              <a:gd name="connsiteY41" fmla="*/ 20779812 h 23029296"/>
              <a:gd name="connsiteX42" fmla="*/ 18917716 w 18917716"/>
              <a:gd name="connsiteY42" fmla="*/ 21499852 h 23029296"/>
              <a:gd name="connsiteX43" fmla="*/ 18917716 w 18917716"/>
              <a:gd name="connsiteY43" fmla="*/ 22164880 h 23029296"/>
              <a:gd name="connsiteX44" fmla="*/ 18917716 w 18917716"/>
              <a:gd name="connsiteY44" fmla="*/ 22309256 h 23029296"/>
              <a:gd name="connsiteX45" fmla="*/ 18917716 w 18917716"/>
              <a:gd name="connsiteY45" fmla="*/ 23029296 h 23029296"/>
              <a:gd name="connsiteX46" fmla="*/ 0 w 18917716"/>
              <a:gd name="connsiteY46" fmla="*/ 23029296 h 23029296"/>
              <a:gd name="connsiteX47" fmla="*/ 0 w 18917716"/>
              <a:gd name="connsiteY47" fmla="*/ 22309256 h 23029296"/>
              <a:gd name="connsiteX48" fmla="*/ 0 w 18917716"/>
              <a:gd name="connsiteY48" fmla="*/ 22164880 h 23029296"/>
              <a:gd name="connsiteX49" fmla="*/ 0 w 18917716"/>
              <a:gd name="connsiteY49" fmla="*/ 21499852 h 23029296"/>
              <a:gd name="connsiteX50" fmla="*/ 0 w 18917716"/>
              <a:gd name="connsiteY50" fmla="*/ 20779812 h 23029296"/>
              <a:gd name="connsiteX51" fmla="*/ 0 w 18917716"/>
              <a:gd name="connsiteY51" fmla="*/ 20635436 h 23029296"/>
              <a:gd name="connsiteX52" fmla="*/ 0 w 18917716"/>
              <a:gd name="connsiteY52" fmla="*/ 19991130 h 23029296"/>
              <a:gd name="connsiteX53" fmla="*/ 0 w 18917716"/>
              <a:gd name="connsiteY53" fmla="*/ 19271090 h 23029296"/>
              <a:gd name="connsiteX54" fmla="*/ 0 w 18917716"/>
              <a:gd name="connsiteY54" fmla="*/ 19126714 h 23029296"/>
              <a:gd name="connsiteX55" fmla="*/ 0 w 18917716"/>
              <a:gd name="connsiteY55" fmla="*/ 18461684 h 23029296"/>
              <a:gd name="connsiteX56" fmla="*/ 0 w 18917716"/>
              <a:gd name="connsiteY56" fmla="*/ 17741644 h 23029296"/>
              <a:gd name="connsiteX57" fmla="*/ 0 w 18917716"/>
              <a:gd name="connsiteY57" fmla="*/ 17597268 h 23029296"/>
              <a:gd name="connsiteX58" fmla="*/ 0 w 18917716"/>
              <a:gd name="connsiteY58" fmla="*/ 7941823 h 23029296"/>
              <a:gd name="connsiteX59" fmla="*/ 0 w 18917716"/>
              <a:gd name="connsiteY59" fmla="*/ 7797445 h 23029296"/>
              <a:gd name="connsiteX60" fmla="*/ 0 w 18917716"/>
              <a:gd name="connsiteY60" fmla="*/ 6901638 h 23029296"/>
              <a:gd name="connsiteX61" fmla="*/ 0 w 18917716"/>
              <a:gd name="connsiteY61" fmla="*/ 6757259 h 23029296"/>
              <a:gd name="connsiteX62" fmla="*/ 0 w 18917716"/>
              <a:gd name="connsiteY62" fmla="*/ 6412378 h 23029296"/>
              <a:gd name="connsiteX63" fmla="*/ 0 w 18917716"/>
              <a:gd name="connsiteY63" fmla="*/ 6268000 h 23029296"/>
              <a:gd name="connsiteX64" fmla="*/ 0 w 18917716"/>
              <a:gd name="connsiteY64" fmla="*/ 6070281 h 23029296"/>
              <a:gd name="connsiteX65" fmla="*/ 0 w 18917716"/>
              <a:gd name="connsiteY65" fmla="*/ 5925905 h 23029296"/>
              <a:gd name="connsiteX66" fmla="*/ 0 w 18917716"/>
              <a:gd name="connsiteY66" fmla="*/ 5372193 h 23029296"/>
              <a:gd name="connsiteX67" fmla="*/ 0 w 18917716"/>
              <a:gd name="connsiteY67" fmla="*/ 5227814 h 23029296"/>
              <a:gd name="connsiteX68" fmla="*/ 0 w 18917716"/>
              <a:gd name="connsiteY68" fmla="*/ 5030095 h 23029296"/>
              <a:gd name="connsiteX69" fmla="*/ 0 w 18917716"/>
              <a:gd name="connsiteY69" fmla="*/ 4903656 h 23029296"/>
              <a:gd name="connsiteX70" fmla="*/ 0 w 18917716"/>
              <a:gd name="connsiteY70" fmla="*/ 4885718 h 23029296"/>
              <a:gd name="connsiteX71" fmla="*/ 0 w 18917716"/>
              <a:gd name="connsiteY71" fmla="*/ 4759279 h 23029296"/>
              <a:gd name="connsiteX72" fmla="*/ 0 w 18917716"/>
              <a:gd name="connsiteY72" fmla="*/ 4540836 h 23029296"/>
              <a:gd name="connsiteX73" fmla="*/ 0 w 18917716"/>
              <a:gd name="connsiteY73" fmla="*/ 4396460 h 23029296"/>
              <a:gd name="connsiteX74" fmla="*/ 0 w 18917716"/>
              <a:gd name="connsiteY74" fmla="*/ 3863471 h 23029296"/>
              <a:gd name="connsiteX75" fmla="*/ 0 w 18917716"/>
              <a:gd name="connsiteY75" fmla="*/ 3719092 h 23029296"/>
              <a:gd name="connsiteX76" fmla="*/ 0 w 18917716"/>
              <a:gd name="connsiteY76" fmla="*/ 3500649 h 23029296"/>
              <a:gd name="connsiteX77" fmla="*/ 0 w 18917716"/>
              <a:gd name="connsiteY77" fmla="*/ 3374211 h 23029296"/>
              <a:gd name="connsiteX78" fmla="*/ 0 w 18917716"/>
              <a:gd name="connsiteY78" fmla="*/ 3356274 h 23029296"/>
              <a:gd name="connsiteX79" fmla="*/ 0 w 18917716"/>
              <a:gd name="connsiteY79" fmla="*/ 3229833 h 23029296"/>
              <a:gd name="connsiteX80" fmla="*/ 0 w 18917716"/>
              <a:gd name="connsiteY80" fmla="*/ 3032114 h 23029296"/>
              <a:gd name="connsiteX81" fmla="*/ 0 w 18917716"/>
              <a:gd name="connsiteY81" fmla="*/ 2887738 h 23029296"/>
              <a:gd name="connsiteX82" fmla="*/ 0 w 18917716"/>
              <a:gd name="connsiteY82" fmla="*/ 2334027 h 23029296"/>
              <a:gd name="connsiteX83" fmla="*/ 0 w 18917716"/>
              <a:gd name="connsiteY83" fmla="*/ 2189648 h 23029296"/>
              <a:gd name="connsiteX84" fmla="*/ 0 w 18917716"/>
              <a:gd name="connsiteY84" fmla="*/ 1991929 h 23029296"/>
              <a:gd name="connsiteX85" fmla="*/ 0 w 18917716"/>
              <a:gd name="connsiteY85" fmla="*/ 1847552 h 23029296"/>
              <a:gd name="connsiteX86" fmla="*/ 0 w 18917716"/>
              <a:gd name="connsiteY86" fmla="*/ 1502669 h 23029296"/>
              <a:gd name="connsiteX87" fmla="*/ 0 w 18917716"/>
              <a:gd name="connsiteY87" fmla="*/ 1358293 h 23029296"/>
              <a:gd name="connsiteX88" fmla="*/ 0 w 18917716"/>
              <a:gd name="connsiteY88" fmla="*/ 462483 h 23029296"/>
              <a:gd name="connsiteX89" fmla="*/ 0 w 18917716"/>
              <a:gd name="connsiteY89" fmla="*/ 318107 h 23029296"/>
              <a:gd name="connsiteX90" fmla="*/ 314980 w 18917716"/>
              <a:gd name="connsiteY90" fmla="*/ 0 h 23029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8917716" h="23029296">
                <a:moveTo>
                  <a:pt x="314980" y="0"/>
                </a:moveTo>
                <a:lnTo>
                  <a:pt x="17784780" y="0"/>
                </a:lnTo>
                <a:lnTo>
                  <a:pt x="18917716" y="1144180"/>
                </a:lnTo>
                <a:lnTo>
                  <a:pt x="18917716" y="1288555"/>
                </a:lnTo>
                <a:lnTo>
                  <a:pt x="18917716" y="2184364"/>
                </a:lnTo>
                <a:lnTo>
                  <a:pt x="18917716" y="2328742"/>
                </a:lnTo>
                <a:lnTo>
                  <a:pt x="18917716" y="2673624"/>
                </a:lnTo>
                <a:lnTo>
                  <a:pt x="18917716" y="2818000"/>
                </a:lnTo>
                <a:lnTo>
                  <a:pt x="18917716" y="3015721"/>
                </a:lnTo>
                <a:lnTo>
                  <a:pt x="18917716" y="3160100"/>
                </a:lnTo>
                <a:lnTo>
                  <a:pt x="18917716" y="3713808"/>
                </a:lnTo>
                <a:lnTo>
                  <a:pt x="18917716" y="3858186"/>
                </a:lnTo>
                <a:lnTo>
                  <a:pt x="18917716" y="4055906"/>
                </a:lnTo>
                <a:lnTo>
                  <a:pt x="18917716" y="4182346"/>
                </a:lnTo>
                <a:lnTo>
                  <a:pt x="18917716" y="4200284"/>
                </a:lnTo>
                <a:lnTo>
                  <a:pt x="18917716" y="4326722"/>
                </a:lnTo>
                <a:lnTo>
                  <a:pt x="18917716" y="4545165"/>
                </a:lnTo>
                <a:lnTo>
                  <a:pt x="18917716" y="4689544"/>
                </a:lnTo>
                <a:lnTo>
                  <a:pt x="18917716" y="5222530"/>
                </a:lnTo>
                <a:lnTo>
                  <a:pt x="18917716" y="5366908"/>
                </a:lnTo>
                <a:lnTo>
                  <a:pt x="18917716" y="5585351"/>
                </a:lnTo>
                <a:lnTo>
                  <a:pt x="18917716" y="5711791"/>
                </a:lnTo>
                <a:lnTo>
                  <a:pt x="18917716" y="5729729"/>
                </a:lnTo>
                <a:lnTo>
                  <a:pt x="18917716" y="5856167"/>
                </a:lnTo>
                <a:lnTo>
                  <a:pt x="18917716" y="6053887"/>
                </a:lnTo>
                <a:lnTo>
                  <a:pt x="18917716" y="6198266"/>
                </a:lnTo>
                <a:lnTo>
                  <a:pt x="18917716" y="6751975"/>
                </a:lnTo>
                <a:lnTo>
                  <a:pt x="18917716" y="6896353"/>
                </a:lnTo>
                <a:lnTo>
                  <a:pt x="18917716" y="7094073"/>
                </a:lnTo>
                <a:lnTo>
                  <a:pt x="18917716" y="7238451"/>
                </a:lnTo>
                <a:lnTo>
                  <a:pt x="18917716" y="7583332"/>
                </a:lnTo>
                <a:lnTo>
                  <a:pt x="18917716" y="7727711"/>
                </a:lnTo>
                <a:lnTo>
                  <a:pt x="18917716" y="8623518"/>
                </a:lnTo>
                <a:lnTo>
                  <a:pt x="18917716" y="8767896"/>
                </a:lnTo>
                <a:lnTo>
                  <a:pt x="18917716" y="17597268"/>
                </a:lnTo>
                <a:lnTo>
                  <a:pt x="18917716" y="17741644"/>
                </a:lnTo>
                <a:lnTo>
                  <a:pt x="18917716" y="18461684"/>
                </a:lnTo>
                <a:lnTo>
                  <a:pt x="18917716" y="19126714"/>
                </a:lnTo>
                <a:lnTo>
                  <a:pt x="18917716" y="19271090"/>
                </a:lnTo>
                <a:lnTo>
                  <a:pt x="18917716" y="19991130"/>
                </a:lnTo>
                <a:lnTo>
                  <a:pt x="18917716" y="20635436"/>
                </a:lnTo>
                <a:lnTo>
                  <a:pt x="18917716" y="20779812"/>
                </a:lnTo>
                <a:lnTo>
                  <a:pt x="18917716" y="21499852"/>
                </a:lnTo>
                <a:lnTo>
                  <a:pt x="18917716" y="22164880"/>
                </a:lnTo>
                <a:lnTo>
                  <a:pt x="18917716" y="22309256"/>
                </a:lnTo>
                <a:lnTo>
                  <a:pt x="18917716" y="23029296"/>
                </a:lnTo>
                <a:lnTo>
                  <a:pt x="0" y="23029296"/>
                </a:lnTo>
                <a:lnTo>
                  <a:pt x="0" y="22309256"/>
                </a:lnTo>
                <a:lnTo>
                  <a:pt x="0" y="22164880"/>
                </a:lnTo>
                <a:lnTo>
                  <a:pt x="0" y="21499852"/>
                </a:lnTo>
                <a:lnTo>
                  <a:pt x="0" y="20779812"/>
                </a:lnTo>
                <a:lnTo>
                  <a:pt x="0" y="20635436"/>
                </a:lnTo>
                <a:lnTo>
                  <a:pt x="0" y="19991130"/>
                </a:lnTo>
                <a:lnTo>
                  <a:pt x="0" y="19271090"/>
                </a:lnTo>
                <a:lnTo>
                  <a:pt x="0" y="19126714"/>
                </a:lnTo>
                <a:lnTo>
                  <a:pt x="0" y="18461684"/>
                </a:lnTo>
                <a:lnTo>
                  <a:pt x="0" y="17741644"/>
                </a:lnTo>
                <a:lnTo>
                  <a:pt x="0" y="17597268"/>
                </a:lnTo>
                <a:lnTo>
                  <a:pt x="0" y="7941823"/>
                </a:lnTo>
                <a:lnTo>
                  <a:pt x="0" y="7797445"/>
                </a:lnTo>
                <a:lnTo>
                  <a:pt x="0" y="6901638"/>
                </a:lnTo>
                <a:lnTo>
                  <a:pt x="0" y="6757259"/>
                </a:lnTo>
                <a:lnTo>
                  <a:pt x="0" y="6412378"/>
                </a:lnTo>
                <a:lnTo>
                  <a:pt x="0" y="6268000"/>
                </a:lnTo>
                <a:lnTo>
                  <a:pt x="0" y="6070281"/>
                </a:lnTo>
                <a:lnTo>
                  <a:pt x="0" y="5925905"/>
                </a:lnTo>
                <a:lnTo>
                  <a:pt x="0" y="5372193"/>
                </a:lnTo>
                <a:lnTo>
                  <a:pt x="0" y="5227814"/>
                </a:lnTo>
                <a:lnTo>
                  <a:pt x="0" y="5030095"/>
                </a:lnTo>
                <a:lnTo>
                  <a:pt x="0" y="4903656"/>
                </a:lnTo>
                <a:lnTo>
                  <a:pt x="0" y="4885718"/>
                </a:lnTo>
                <a:lnTo>
                  <a:pt x="0" y="4759279"/>
                </a:lnTo>
                <a:lnTo>
                  <a:pt x="0" y="4540836"/>
                </a:lnTo>
                <a:lnTo>
                  <a:pt x="0" y="4396460"/>
                </a:lnTo>
                <a:lnTo>
                  <a:pt x="0" y="3863471"/>
                </a:lnTo>
                <a:lnTo>
                  <a:pt x="0" y="3719092"/>
                </a:lnTo>
                <a:lnTo>
                  <a:pt x="0" y="3500649"/>
                </a:lnTo>
                <a:lnTo>
                  <a:pt x="0" y="3374211"/>
                </a:lnTo>
                <a:lnTo>
                  <a:pt x="0" y="3356274"/>
                </a:lnTo>
                <a:lnTo>
                  <a:pt x="0" y="3229833"/>
                </a:lnTo>
                <a:lnTo>
                  <a:pt x="0" y="3032114"/>
                </a:lnTo>
                <a:lnTo>
                  <a:pt x="0" y="2887738"/>
                </a:lnTo>
                <a:lnTo>
                  <a:pt x="0" y="2334027"/>
                </a:lnTo>
                <a:lnTo>
                  <a:pt x="0" y="2189648"/>
                </a:lnTo>
                <a:lnTo>
                  <a:pt x="0" y="1991929"/>
                </a:lnTo>
                <a:lnTo>
                  <a:pt x="0" y="1847552"/>
                </a:lnTo>
                <a:lnTo>
                  <a:pt x="0" y="1502669"/>
                </a:lnTo>
                <a:lnTo>
                  <a:pt x="0" y="1358293"/>
                </a:lnTo>
                <a:lnTo>
                  <a:pt x="0" y="462483"/>
                </a:lnTo>
                <a:lnTo>
                  <a:pt x="0" y="318107"/>
                </a:lnTo>
                <a:cubicBezTo>
                  <a:pt x="0" y="142422"/>
                  <a:pt x="141022" y="0"/>
                  <a:pt x="314980" y="0"/>
                </a:cubicBezTo>
                <a:close/>
              </a:path>
            </a:pathLst>
          </a:custGeom>
          <a:solidFill>
            <a:schemeClr val="bg1"/>
          </a:solidFill>
          <a:ln w="63500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2CDFE521-F2D1-0BC2-4005-CF5D95B1B710}"/>
              </a:ext>
            </a:extLst>
          </p:cNvPr>
          <p:cNvSpPr/>
          <p:nvPr/>
        </p:nvSpPr>
        <p:spPr>
          <a:xfrm>
            <a:off x="19128241" y="5018320"/>
            <a:ext cx="1132938" cy="1132940"/>
          </a:xfrm>
          <a:custGeom>
            <a:avLst/>
            <a:gdLst>
              <a:gd name="connsiteX0" fmla="*/ 0 w 1164628"/>
              <a:gd name="connsiteY0" fmla="*/ 0 h 1164629"/>
              <a:gd name="connsiteX1" fmla="*/ 1164628 w 1164628"/>
              <a:gd name="connsiteY1" fmla="*/ 1164629 h 1164629"/>
              <a:gd name="connsiteX2" fmla="*/ 332104 w 1164628"/>
              <a:gd name="connsiteY2" fmla="*/ 1164629 h 1164629"/>
              <a:gd name="connsiteX3" fmla="*/ 0 w 1164628"/>
              <a:gd name="connsiteY3" fmla="*/ 832523 h 116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4628" h="1164629">
                <a:moveTo>
                  <a:pt x="0" y="0"/>
                </a:moveTo>
                <a:lnTo>
                  <a:pt x="1164628" y="1164629"/>
                </a:lnTo>
                <a:lnTo>
                  <a:pt x="332104" y="1164629"/>
                </a:lnTo>
                <a:cubicBezTo>
                  <a:pt x="148688" y="1164629"/>
                  <a:pt x="0" y="1015940"/>
                  <a:pt x="0" y="832523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63500">
            <a:noFill/>
            <a:round/>
          </a:ln>
          <a:effectLst>
            <a:outerShdw blurRad="596900" algn="ctr" rotWithShape="0">
              <a:schemeClr val="accent4">
                <a:alpha val="1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D354558-61D8-D619-F9D3-66500CB19B0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0000"/>
            <a:duotone>
              <a:prstClr val="black"/>
              <a:schemeClr val="accent4">
                <a:lumMod val="75000"/>
                <a:tint val="45000"/>
                <a:satMod val="400000"/>
              </a:schemeClr>
            </a:duotone>
          </a:blip>
          <a:srcRect r="39616" b="30535"/>
          <a:stretch/>
        </p:blipFill>
        <p:spPr>
          <a:xfrm>
            <a:off x="14761029" y="27717793"/>
            <a:ext cx="6838496" cy="4681494"/>
          </a:xfrm>
          <a:prstGeom prst="rect">
            <a:avLst/>
          </a:prstGeom>
        </p:spPr>
      </p:pic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5273130-929D-12E7-2330-822CA23F86B3}"/>
              </a:ext>
            </a:extLst>
          </p:cNvPr>
          <p:cNvCxnSpPr>
            <a:cxnSpLocks/>
          </p:cNvCxnSpPr>
          <p:nvPr userDrawn="1"/>
        </p:nvCxnSpPr>
        <p:spPr>
          <a:xfrm>
            <a:off x="3918634" y="3858844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5AEB868-1E3E-0C23-838E-3598DF7AF97B}"/>
              </a:ext>
            </a:extLst>
          </p:cNvPr>
          <p:cNvCxnSpPr>
            <a:cxnSpLocks/>
          </p:cNvCxnSpPr>
          <p:nvPr userDrawn="1"/>
        </p:nvCxnSpPr>
        <p:spPr>
          <a:xfrm>
            <a:off x="16169307" y="3858845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텍스트 개체 틀 58">
            <a:extLst>
              <a:ext uri="{FF2B5EF4-FFF2-40B4-BE49-F238E27FC236}">
                <a16:creationId xmlns:a16="http://schemas.microsoft.com/office/drawing/2014/main" id="{E224F414-AB93-79A5-EA99-0EE4C8EF8CA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043731" y="1186933"/>
            <a:ext cx="7914555" cy="707886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40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 err="1"/>
              <a:t>마이크로디그리명</a:t>
            </a:r>
            <a:endParaRPr lang="ko-KR" altLang="en-US" dirty="0"/>
          </a:p>
        </p:txBody>
      </p:sp>
      <p:sp>
        <p:nvSpPr>
          <p:cNvPr id="61" name="텍스트 개체 틀 58">
            <a:extLst>
              <a:ext uri="{FF2B5EF4-FFF2-40B4-BE49-F238E27FC236}">
                <a16:creationId xmlns:a16="http://schemas.microsoft.com/office/drawing/2014/main" id="{DA089DD9-E553-21CF-B71E-7C073C036FC6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2127420" y="1125378"/>
            <a:ext cx="7914555" cy="830997"/>
          </a:xfrm>
        </p:spPr>
        <p:txBody>
          <a:bodyPr wrap="square" anchor="ctr">
            <a:spAutoFit/>
          </a:bodyPr>
          <a:lstStyle>
            <a:lvl1pPr marL="0" indent="0" algn="r" latinLnBrk="0">
              <a:lnSpc>
                <a:spcPct val="100000"/>
              </a:lnSpc>
              <a:spcBef>
                <a:spcPts val="0"/>
              </a:spcBef>
              <a:buNone/>
              <a:defRPr sz="48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r>
              <a:rPr lang="ko-KR" altLang="en-US" dirty="0"/>
              <a:t>교과목명</a:t>
            </a:r>
          </a:p>
        </p:txBody>
      </p:sp>
      <p:sp>
        <p:nvSpPr>
          <p:cNvPr id="62" name="텍스트 개체 틀 58">
            <a:extLst>
              <a:ext uri="{FF2B5EF4-FFF2-40B4-BE49-F238E27FC236}">
                <a16:creationId xmlns:a16="http://schemas.microsoft.com/office/drawing/2014/main" id="{407C5AC6-09BB-6242-6405-E4682EBE1097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43586" y="2140054"/>
            <a:ext cx="17711211" cy="1400383"/>
          </a:xfrm>
        </p:spPr>
        <p:txBody>
          <a:bodyPr wrap="square" anchor="t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8500">
                <a:ln>
                  <a:noFill/>
                </a:ln>
                <a:solidFill>
                  <a:schemeClr val="bg1"/>
                </a:solidFill>
                <a:latin typeface="페이퍼로지 8 ExtraBold" pitchFamily="2" charset="-127"/>
                <a:ea typeface="페이퍼로지 8 Extra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제목 </a:t>
            </a:r>
            <a:r>
              <a:rPr lang="en-US" altLang="ko-KR" dirty="0"/>
              <a:t>(</a:t>
            </a:r>
            <a:r>
              <a:rPr lang="ko-KR" altLang="en-US" dirty="0"/>
              <a:t>과제명 또는 프로젝트명</a:t>
            </a:r>
            <a:r>
              <a:rPr lang="en-US" altLang="ko-KR" dirty="0"/>
              <a:t>)</a:t>
            </a:r>
          </a:p>
        </p:txBody>
      </p:sp>
      <p:sp>
        <p:nvSpPr>
          <p:cNvPr id="63" name="텍스트 개체 틀 58">
            <a:extLst>
              <a:ext uri="{FF2B5EF4-FFF2-40B4-BE49-F238E27FC236}">
                <a16:creationId xmlns:a16="http://schemas.microsoft.com/office/drawing/2014/main" id="{98F8812B-45D7-6417-12BA-3D6957EF571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663638" y="3747572"/>
            <a:ext cx="2052165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64" name="텍스트 개체 틀 58">
            <a:extLst>
              <a:ext uri="{FF2B5EF4-FFF2-40B4-BE49-F238E27FC236}">
                <a16:creationId xmlns:a16="http://schemas.microsoft.com/office/drawing/2014/main" id="{91858DFE-5E0C-9B0B-0D21-D90091BE111A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4269130" y="3747572"/>
            <a:ext cx="1608133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</a:t>
            </a:r>
          </a:p>
        </p:txBody>
      </p:sp>
      <p:sp>
        <p:nvSpPr>
          <p:cNvPr id="65" name="텍스트 개체 틀 58">
            <a:extLst>
              <a:ext uri="{FF2B5EF4-FFF2-40B4-BE49-F238E27FC236}">
                <a16:creationId xmlns:a16="http://schemas.microsoft.com/office/drawing/2014/main" id="{A6BAC387-519C-9E0D-661E-77AB20EC998B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6461352" y="3747572"/>
            <a:ext cx="2893436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지도교수명</a:t>
            </a:r>
          </a:p>
        </p:txBody>
      </p:sp>
      <p:sp>
        <p:nvSpPr>
          <p:cNvPr id="66" name="텍스트 개체 틀 58">
            <a:extLst>
              <a:ext uri="{FF2B5EF4-FFF2-40B4-BE49-F238E27FC236}">
                <a16:creationId xmlns:a16="http://schemas.microsoft.com/office/drawing/2014/main" id="{8EFA22B7-9E7C-4C9D-389D-89B2AACD348A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121466" y="3747572"/>
            <a:ext cx="9318763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89C6032-0457-388A-85C0-F03441DADBB6}"/>
              </a:ext>
            </a:extLst>
          </p:cNvPr>
          <p:cNvSpPr/>
          <p:nvPr userDrawn="1"/>
        </p:nvSpPr>
        <p:spPr>
          <a:xfrm>
            <a:off x="1643579" y="1216008"/>
            <a:ext cx="1157154" cy="64973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MD</a:t>
            </a:r>
            <a:endParaRPr lang="ko-KR" altLang="en-US" sz="3200" dirty="0">
              <a:solidFill>
                <a:schemeClr val="bg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32A0EA-BA14-5135-0537-B4172A2A2D27}"/>
              </a:ext>
            </a:extLst>
          </p:cNvPr>
          <p:cNvSpPr/>
          <p:nvPr userDrawn="1"/>
        </p:nvSpPr>
        <p:spPr>
          <a:xfrm>
            <a:off x="934666" y="30884705"/>
            <a:ext cx="8554093" cy="83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spAutoFit/>
          </a:bodyPr>
          <a:lstStyle/>
          <a:p>
            <a:r>
              <a:rPr lang="en-US" altLang="ko-KR" sz="4800" dirty="0">
                <a:gradFill>
                  <a:gsLst>
                    <a:gs pos="22000">
                      <a:schemeClr val="accent4"/>
                    </a:gs>
                    <a:gs pos="86000">
                      <a:srgbClr val="FFC000"/>
                    </a:gs>
                  </a:gsLst>
                  <a:lin ang="2700000" scaled="1"/>
                </a:gradFill>
                <a:latin typeface="+mj-ea"/>
                <a:ea typeface="+mj-ea"/>
              </a:rPr>
              <a:t>2026</a:t>
            </a:r>
            <a:r>
              <a:rPr lang="ko-KR" altLang="en-US" sz="4800" dirty="0">
                <a:gradFill>
                  <a:gsLst>
                    <a:gs pos="22000">
                      <a:schemeClr val="accent4"/>
                    </a:gs>
                    <a:gs pos="86000">
                      <a:srgbClr val="FFC000"/>
                    </a:gs>
                  </a:gsLst>
                  <a:lin ang="2700000" scaled="1"/>
                </a:gradFill>
                <a:latin typeface="+mj-ea"/>
                <a:ea typeface="+mj-ea"/>
              </a:rPr>
              <a:t>년 </a:t>
            </a:r>
            <a:r>
              <a:rPr lang="en-US" altLang="ko-KR" sz="4800" dirty="0">
                <a:gradFill>
                  <a:gsLst>
                    <a:gs pos="22000">
                      <a:schemeClr val="accent4"/>
                    </a:gs>
                    <a:gs pos="86000">
                      <a:srgbClr val="FFC000"/>
                    </a:gs>
                  </a:gsLst>
                  <a:lin ang="2700000" scaled="1"/>
                </a:gradFill>
                <a:latin typeface="+mj-ea"/>
                <a:ea typeface="+mj-ea"/>
              </a:rPr>
              <a:t>1</a:t>
            </a:r>
            <a:r>
              <a:rPr lang="ko-KR" altLang="en-US" sz="4800" dirty="0">
                <a:gradFill>
                  <a:gsLst>
                    <a:gs pos="22000">
                      <a:schemeClr val="accent4"/>
                    </a:gs>
                    <a:gs pos="86000">
                      <a:srgbClr val="FFC000"/>
                    </a:gs>
                  </a:gsLst>
                  <a:lin ang="2700000" scaled="1"/>
                </a:gradFill>
                <a:latin typeface="+mj-ea"/>
                <a:ea typeface="+mj-ea"/>
              </a:rPr>
              <a:t>학기</a:t>
            </a:r>
            <a:r>
              <a:rPr lang="en-US" altLang="ko-KR" sz="4800" dirty="0">
                <a:gradFill>
                  <a:gsLst>
                    <a:gs pos="22000">
                      <a:schemeClr val="accent4"/>
                    </a:gs>
                    <a:gs pos="86000">
                      <a:srgbClr val="FFC000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ko-KR" altLang="en-US" sz="4800" dirty="0" err="1">
                <a:gradFill>
                  <a:gsLst>
                    <a:gs pos="22000">
                      <a:schemeClr val="accent4"/>
                    </a:gs>
                    <a:gs pos="86000">
                      <a:srgbClr val="FFC000"/>
                    </a:gs>
                  </a:gsLst>
                  <a:lin ang="2700000" scaled="1"/>
                </a:gradFill>
                <a:latin typeface="+mj-ea"/>
                <a:ea typeface="+mj-ea"/>
              </a:rPr>
              <a:t>마이크로디그리</a:t>
            </a:r>
            <a:r>
              <a:rPr lang="ko-KR" altLang="en-US" sz="4800" dirty="0">
                <a:gradFill>
                  <a:gsLst>
                    <a:gs pos="22000">
                      <a:schemeClr val="accent4"/>
                    </a:gs>
                    <a:gs pos="86000">
                      <a:srgbClr val="FFC000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en-US" altLang="ko-KR" sz="4800" dirty="0">
                <a:gradFill>
                  <a:gsLst>
                    <a:gs pos="22000">
                      <a:schemeClr val="accent4"/>
                    </a:gs>
                    <a:gs pos="86000">
                      <a:srgbClr val="FFC000"/>
                    </a:gs>
                  </a:gsLst>
                  <a:lin ang="2700000" scaled="1"/>
                </a:gradFill>
                <a:latin typeface="+mj-ea"/>
                <a:ea typeface="+mj-ea"/>
              </a:rPr>
              <a:t>EXPO</a:t>
            </a:r>
            <a:endParaRPr lang="ko-KR" altLang="en-US" sz="4800" dirty="0">
              <a:gradFill>
                <a:gsLst>
                  <a:gs pos="22000">
                    <a:schemeClr val="accent4"/>
                  </a:gs>
                  <a:gs pos="86000">
                    <a:srgbClr val="FFC000"/>
                  </a:gs>
                </a:gsLst>
                <a:lin ang="2700000" scaled="1"/>
              </a:gradFill>
              <a:latin typeface="+mj-ea"/>
              <a:ea typeface="+mj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FD21804-7CC7-83C1-F781-3FD477C8BAB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468" y="28619374"/>
            <a:ext cx="2590189" cy="190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619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803">
          <p15:clr>
            <a:srgbClr val="FBAE40"/>
          </p15:clr>
        </p15:guide>
        <p15:guide id="3" orient="horz" pos="1020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0DD47640-1E81-042A-65D5-B32F416CFB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accent4">
                <a:lumMod val="75000"/>
                <a:tint val="45000"/>
                <a:satMod val="400000"/>
              </a:schemeClr>
            </a:duotone>
            <a:alphaModFix amt="30000"/>
          </a:blip>
          <a:srcRect r="39616" b="30535"/>
          <a:stretch/>
        </p:blipFill>
        <p:spPr>
          <a:xfrm flipH="1">
            <a:off x="0" y="27717793"/>
            <a:ext cx="6838496" cy="468149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57C418A-FB76-C3A2-4AE9-067D0193525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2255" y="29525499"/>
            <a:ext cx="2791676" cy="2058427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A5A051FA-389B-8CA9-180B-490401DAC452}"/>
              </a:ext>
            </a:extLst>
          </p:cNvPr>
          <p:cNvSpPr/>
          <p:nvPr userDrawn="1"/>
        </p:nvSpPr>
        <p:spPr>
          <a:xfrm>
            <a:off x="0" y="0"/>
            <a:ext cx="21599524" cy="25131963"/>
          </a:xfrm>
          <a:prstGeom prst="rect">
            <a:avLst/>
          </a:prstGeom>
          <a:gradFill flip="none" rotWithShape="1">
            <a:gsLst>
              <a:gs pos="10000">
                <a:schemeClr val="accent4"/>
              </a:gs>
              <a:gs pos="100000">
                <a:srgbClr val="FFC00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247D5BF-47F4-B7A2-039E-DCB488291682}"/>
              </a:ext>
            </a:extLst>
          </p:cNvPr>
          <p:cNvGrpSpPr/>
          <p:nvPr userDrawn="1"/>
        </p:nvGrpSpPr>
        <p:grpSpPr>
          <a:xfrm>
            <a:off x="-2" y="2"/>
            <a:ext cx="21599529" cy="22772438"/>
            <a:chOff x="-5" y="2"/>
            <a:chExt cx="21599529" cy="22772438"/>
          </a:xfrm>
        </p:grpSpPr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DBA25FAB-024A-81F6-42CA-937B71DB7C61}"/>
                </a:ext>
              </a:extLst>
            </p:cNvPr>
            <p:cNvSpPr/>
            <p:nvPr/>
          </p:nvSpPr>
          <p:spPr>
            <a:xfrm>
              <a:off x="16873202" y="13616595"/>
              <a:ext cx="4726322" cy="9155845"/>
            </a:xfrm>
            <a:custGeom>
              <a:avLst/>
              <a:gdLst>
                <a:gd name="connsiteX0" fmla="*/ 4726322 w 4726322"/>
                <a:gd name="connsiteY0" fmla="*/ 0 h 9155845"/>
                <a:gd name="connsiteX1" fmla="*/ 4726322 w 4726322"/>
                <a:gd name="connsiteY1" fmla="*/ 8718790 h 9155845"/>
                <a:gd name="connsiteX2" fmla="*/ 4585142 w 4726322"/>
                <a:gd name="connsiteY2" fmla="*/ 8801870 h 9155845"/>
                <a:gd name="connsiteX3" fmla="*/ 915276 w 4726322"/>
                <a:gd name="connsiteY3" fmla="*/ 8236008 h 9155845"/>
                <a:gd name="connsiteX4" fmla="*/ 909660 w 4726322"/>
                <a:gd name="connsiteY4" fmla="*/ 3816662 h 9155845"/>
                <a:gd name="connsiteX5" fmla="*/ 4715010 w 4726322"/>
                <a:gd name="connsiteY5" fmla="*/ 11313 h 9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26322" h="9155845">
                  <a:moveTo>
                    <a:pt x="4726322" y="0"/>
                  </a:moveTo>
                  <a:lnTo>
                    <a:pt x="4726322" y="8718790"/>
                  </a:lnTo>
                  <a:lnTo>
                    <a:pt x="4585142" y="8801870"/>
                  </a:lnTo>
                  <a:cubicBezTo>
                    <a:pt x="3406780" y="9418040"/>
                    <a:pt x="1909268" y="9230000"/>
                    <a:pt x="915276" y="8236008"/>
                  </a:cubicBezTo>
                  <a:cubicBezTo>
                    <a:pt x="-302890" y="7017842"/>
                    <a:pt x="-305414" y="5031736"/>
                    <a:pt x="909660" y="3816662"/>
                  </a:cubicBezTo>
                  <a:cubicBezTo>
                    <a:pt x="909660" y="3816662"/>
                    <a:pt x="909660" y="3816662"/>
                    <a:pt x="4715010" y="11313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57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sp>
          <p:nvSpPr>
            <p:cNvPr id="5" name="자유형: 도형 4">
              <a:extLst>
                <a:ext uri="{FF2B5EF4-FFF2-40B4-BE49-F238E27FC236}">
                  <a16:creationId xmlns:a16="http://schemas.microsoft.com/office/drawing/2014/main" id="{D9F5731D-C7D0-5328-45DF-0A7CB270B928}"/>
                </a:ext>
              </a:extLst>
            </p:cNvPr>
            <p:cNvSpPr/>
            <p:nvPr/>
          </p:nvSpPr>
          <p:spPr>
            <a:xfrm>
              <a:off x="1" y="2"/>
              <a:ext cx="2399449" cy="3526970"/>
            </a:xfrm>
            <a:custGeom>
              <a:avLst/>
              <a:gdLst>
                <a:gd name="connsiteX0" fmla="*/ 0 w 4007903"/>
                <a:gd name="connsiteY0" fmla="*/ 0 h 5891251"/>
                <a:gd name="connsiteX1" fmla="*/ 3910401 w 4007903"/>
                <a:gd name="connsiteY1" fmla="*/ 0 h 5891251"/>
                <a:gd name="connsiteX2" fmla="*/ 3956225 w 4007903"/>
                <a:gd name="connsiteY2" fmla="*/ 187496 h 5891251"/>
                <a:gd name="connsiteX3" fmla="*/ 3194454 w 4007903"/>
                <a:gd name="connsiteY3" fmla="*/ 2696797 h 5891251"/>
                <a:gd name="connsiteX4" fmla="*/ 131606 w 4007903"/>
                <a:gd name="connsiteY4" fmla="*/ 5759646 h 5891251"/>
                <a:gd name="connsiteX5" fmla="*/ 0 w 4007903"/>
                <a:gd name="connsiteY5" fmla="*/ 5891251 h 5891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07903" h="5891251">
                  <a:moveTo>
                    <a:pt x="0" y="0"/>
                  </a:moveTo>
                  <a:lnTo>
                    <a:pt x="3910401" y="0"/>
                  </a:lnTo>
                  <a:lnTo>
                    <a:pt x="3956225" y="187496"/>
                  </a:lnTo>
                  <a:cubicBezTo>
                    <a:pt x="4127336" y="1069268"/>
                    <a:pt x="3873555" y="2017697"/>
                    <a:pt x="3194454" y="2696797"/>
                  </a:cubicBezTo>
                  <a:cubicBezTo>
                    <a:pt x="3194454" y="2696797"/>
                    <a:pt x="3194454" y="2696797"/>
                    <a:pt x="131606" y="5759646"/>
                  </a:cubicBezTo>
                  <a:lnTo>
                    <a:pt x="0" y="5891251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16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729CFD5-EC38-93C8-F697-93CD4091E8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644848" y="2450291"/>
              <a:ext cx="411633" cy="1639997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5D67018-1C43-61F0-1DBD-5C36E99C5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30000"/>
            </a:blip>
            <a:srcRect r="-361" b="61544"/>
            <a:stretch/>
          </p:blipFill>
          <p:spPr>
            <a:xfrm rot="5400000">
              <a:off x="-5233351" y="12142425"/>
              <a:ext cx="13558236" cy="3091543"/>
            </a:xfrm>
            <a:prstGeom prst="rect">
              <a:avLst/>
            </a:prstGeom>
          </p:spPr>
        </p:pic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2B785AC1-9B2E-48A9-3A98-579CCD956922}"/>
              </a:ext>
            </a:extLst>
          </p:cNvPr>
          <p:cNvGrpSpPr/>
          <p:nvPr userDrawn="1"/>
        </p:nvGrpSpPr>
        <p:grpSpPr>
          <a:xfrm>
            <a:off x="615593" y="24408212"/>
            <a:ext cx="20368338" cy="723751"/>
            <a:chOff x="615593" y="24766459"/>
            <a:chExt cx="20368338" cy="723751"/>
          </a:xfrm>
        </p:grpSpPr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4F7C9DEE-6D63-C982-63A6-C2294BB4054F}"/>
                </a:ext>
              </a:extLst>
            </p:cNvPr>
            <p:cNvSpPr/>
            <p:nvPr/>
          </p:nvSpPr>
          <p:spPr>
            <a:xfrm flipH="1" flipV="1">
              <a:off x="20260180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0FF9B7D0-C2BD-0E40-1375-ED6ED90B6BB6}"/>
                </a:ext>
              </a:extLst>
            </p:cNvPr>
            <p:cNvSpPr/>
            <p:nvPr/>
          </p:nvSpPr>
          <p:spPr>
            <a:xfrm flipV="1">
              <a:off x="615593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6DD2593D-29CC-FBC6-14E1-11CD7CC7186F}"/>
              </a:ext>
            </a:extLst>
          </p:cNvPr>
          <p:cNvSpPr/>
          <p:nvPr/>
        </p:nvSpPr>
        <p:spPr>
          <a:xfrm>
            <a:off x="1340904" y="5018320"/>
            <a:ext cx="18917716" cy="23029296"/>
          </a:xfrm>
          <a:custGeom>
            <a:avLst/>
            <a:gdLst>
              <a:gd name="connsiteX0" fmla="*/ 314980 w 18917716"/>
              <a:gd name="connsiteY0" fmla="*/ 0 h 23029296"/>
              <a:gd name="connsiteX1" fmla="*/ 17784780 w 18917716"/>
              <a:gd name="connsiteY1" fmla="*/ 0 h 23029296"/>
              <a:gd name="connsiteX2" fmla="*/ 18917716 w 18917716"/>
              <a:gd name="connsiteY2" fmla="*/ 1144180 h 23029296"/>
              <a:gd name="connsiteX3" fmla="*/ 18917716 w 18917716"/>
              <a:gd name="connsiteY3" fmla="*/ 1288555 h 23029296"/>
              <a:gd name="connsiteX4" fmla="*/ 18917716 w 18917716"/>
              <a:gd name="connsiteY4" fmla="*/ 2184364 h 23029296"/>
              <a:gd name="connsiteX5" fmla="*/ 18917716 w 18917716"/>
              <a:gd name="connsiteY5" fmla="*/ 2328742 h 23029296"/>
              <a:gd name="connsiteX6" fmla="*/ 18917716 w 18917716"/>
              <a:gd name="connsiteY6" fmla="*/ 2673624 h 23029296"/>
              <a:gd name="connsiteX7" fmla="*/ 18917716 w 18917716"/>
              <a:gd name="connsiteY7" fmla="*/ 2818000 h 23029296"/>
              <a:gd name="connsiteX8" fmla="*/ 18917716 w 18917716"/>
              <a:gd name="connsiteY8" fmla="*/ 3015721 h 23029296"/>
              <a:gd name="connsiteX9" fmla="*/ 18917716 w 18917716"/>
              <a:gd name="connsiteY9" fmla="*/ 3160100 h 23029296"/>
              <a:gd name="connsiteX10" fmla="*/ 18917716 w 18917716"/>
              <a:gd name="connsiteY10" fmla="*/ 3713808 h 23029296"/>
              <a:gd name="connsiteX11" fmla="*/ 18917716 w 18917716"/>
              <a:gd name="connsiteY11" fmla="*/ 3858186 h 23029296"/>
              <a:gd name="connsiteX12" fmla="*/ 18917716 w 18917716"/>
              <a:gd name="connsiteY12" fmla="*/ 4055906 h 23029296"/>
              <a:gd name="connsiteX13" fmla="*/ 18917716 w 18917716"/>
              <a:gd name="connsiteY13" fmla="*/ 4182346 h 23029296"/>
              <a:gd name="connsiteX14" fmla="*/ 18917716 w 18917716"/>
              <a:gd name="connsiteY14" fmla="*/ 4200284 h 23029296"/>
              <a:gd name="connsiteX15" fmla="*/ 18917716 w 18917716"/>
              <a:gd name="connsiteY15" fmla="*/ 4326722 h 23029296"/>
              <a:gd name="connsiteX16" fmla="*/ 18917716 w 18917716"/>
              <a:gd name="connsiteY16" fmla="*/ 4545165 h 23029296"/>
              <a:gd name="connsiteX17" fmla="*/ 18917716 w 18917716"/>
              <a:gd name="connsiteY17" fmla="*/ 4689544 h 23029296"/>
              <a:gd name="connsiteX18" fmla="*/ 18917716 w 18917716"/>
              <a:gd name="connsiteY18" fmla="*/ 5222530 h 23029296"/>
              <a:gd name="connsiteX19" fmla="*/ 18917716 w 18917716"/>
              <a:gd name="connsiteY19" fmla="*/ 5366908 h 23029296"/>
              <a:gd name="connsiteX20" fmla="*/ 18917716 w 18917716"/>
              <a:gd name="connsiteY20" fmla="*/ 5585351 h 23029296"/>
              <a:gd name="connsiteX21" fmla="*/ 18917716 w 18917716"/>
              <a:gd name="connsiteY21" fmla="*/ 5711791 h 23029296"/>
              <a:gd name="connsiteX22" fmla="*/ 18917716 w 18917716"/>
              <a:gd name="connsiteY22" fmla="*/ 5729729 h 23029296"/>
              <a:gd name="connsiteX23" fmla="*/ 18917716 w 18917716"/>
              <a:gd name="connsiteY23" fmla="*/ 5856167 h 23029296"/>
              <a:gd name="connsiteX24" fmla="*/ 18917716 w 18917716"/>
              <a:gd name="connsiteY24" fmla="*/ 6053887 h 23029296"/>
              <a:gd name="connsiteX25" fmla="*/ 18917716 w 18917716"/>
              <a:gd name="connsiteY25" fmla="*/ 6198266 h 23029296"/>
              <a:gd name="connsiteX26" fmla="*/ 18917716 w 18917716"/>
              <a:gd name="connsiteY26" fmla="*/ 6751975 h 23029296"/>
              <a:gd name="connsiteX27" fmla="*/ 18917716 w 18917716"/>
              <a:gd name="connsiteY27" fmla="*/ 6896353 h 23029296"/>
              <a:gd name="connsiteX28" fmla="*/ 18917716 w 18917716"/>
              <a:gd name="connsiteY28" fmla="*/ 7094073 h 23029296"/>
              <a:gd name="connsiteX29" fmla="*/ 18917716 w 18917716"/>
              <a:gd name="connsiteY29" fmla="*/ 7238451 h 23029296"/>
              <a:gd name="connsiteX30" fmla="*/ 18917716 w 18917716"/>
              <a:gd name="connsiteY30" fmla="*/ 7583332 h 23029296"/>
              <a:gd name="connsiteX31" fmla="*/ 18917716 w 18917716"/>
              <a:gd name="connsiteY31" fmla="*/ 7727711 h 23029296"/>
              <a:gd name="connsiteX32" fmla="*/ 18917716 w 18917716"/>
              <a:gd name="connsiteY32" fmla="*/ 8623518 h 23029296"/>
              <a:gd name="connsiteX33" fmla="*/ 18917716 w 18917716"/>
              <a:gd name="connsiteY33" fmla="*/ 8767896 h 23029296"/>
              <a:gd name="connsiteX34" fmla="*/ 18917716 w 18917716"/>
              <a:gd name="connsiteY34" fmla="*/ 17597268 h 23029296"/>
              <a:gd name="connsiteX35" fmla="*/ 18917716 w 18917716"/>
              <a:gd name="connsiteY35" fmla="*/ 17741644 h 23029296"/>
              <a:gd name="connsiteX36" fmla="*/ 18917716 w 18917716"/>
              <a:gd name="connsiteY36" fmla="*/ 18461684 h 23029296"/>
              <a:gd name="connsiteX37" fmla="*/ 18917716 w 18917716"/>
              <a:gd name="connsiteY37" fmla="*/ 19126714 h 23029296"/>
              <a:gd name="connsiteX38" fmla="*/ 18917716 w 18917716"/>
              <a:gd name="connsiteY38" fmla="*/ 19271090 h 23029296"/>
              <a:gd name="connsiteX39" fmla="*/ 18917716 w 18917716"/>
              <a:gd name="connsiteY39" fmla="*/ 19991130 h 23029296"/>
              <a:gd name="connsiteX40" fmla="*/ 18917716 w 18917716"/>
              <a:gd name="connsiteY40" fmla="*/ 20635436 h 23029296"/>
              <a:gd name="connsiteX41" fmla="*/ 18917716 w 18917716"/>
              <a:gd name="connsiteY41" fmla="*/ 20779812 h 23029296"/>
              <a:gd name="connsiteX42" fmla="*/ 18917716 w 18917716"/>
              <a:gd name="connsiteY42" fmla="*/ 21499852 h 23029296"/>
              <a:gd name="connsiteX43" fmla="*/ 18917716 w 18917716"/>
              <a:gd name="connsiteY43" fmla="*/ 22164880 h 23029296"/>
              <a:gd name="connsiteX44" fmla="*/ 18917716 w 18917716"/>
              <a:gd name="connsiteY44" fmla="*/ 22309256 h 23029296"/>
              <a:gd name="connsiteX45" fmla="*/ 18917716 w 18917716"/>
              <a:gd name="connsiteY45" fmla="*/ 23029296 h 23029296"/>
              <a:gd name="connsiteX46" fmla="*/ 0 w 18917716"/>
              <a:gd name="connsiteY46" fmla="*/ 23029296 h 23029296"/>
              <a:gd name="connsiteX47" fmla="*/ 0 w 18917716"/>
              <a:gd name="connsiteY47" fmla="*/ 22309256 h 23029296"/>
              <a:gd name="connsiteX48" fmla="*/ 0 w 18917716"/>
              <a:gd name="connsiteY48" fmla="*/ 22164880 h 23029296"/>
              <a:gd name="connsiteX49" fmla="*/ 0 w 18917716"/>
              <a:gd name="connsiteY49" fmla="*/ 21499852 h 23029296"/>
              <a:gd name="connsiteX50" fmla="*/ 0 w 18917716"/>
              <a:gd name="connsiteY50" fmla="*/ 20779812 h 23029296"/>
              <a:gd name="connsiteX51" fmla="*/ 0 w 18917716"/>
              <a:gd name="connsiteY51" fmla="*/ 20635436 h 23029296"/>
              <a:gd name="connsiteX52" fmla="*/ 0 w 18917716"/>
              <a:gd name="connsiteY52" fmla="*/ 19991130 h 23029296"/>
              <a:gd name="connsiteX53" fmla="*/ 0 w 18917716"/>
              <a:gd name="connsiteY53" fmla="*/ 19271090 h 23029296"/>
              <a:gd name="connsiteX54" fmla="*/ 0 w 18917716"/>
              <a:gd name="connsiteY54" fmla="*/ 19126714 h 23029296"/>
              <a:gd name="connsiteX55" fmla="*/ 0 w 18917716"/>
              <a:gd name="connsiteY55" fmla="*/ 18461684 h 23029296"/>
              <a:gd name="connsiteX56" fmla="*/ 0 w 18917716"/>
              <a:gd name="connsiteY56" fmla="*/ 17741644 h 23029296"/>
              <a:gd name="connsiteX57" fmla="*/ 0 w 18917716"/>
              <a:gd name="connsiteY57" fmla="*/ 17597268 h 23029296"/>
              <a:gd name="connsiteX58" fmla="*/ 0 w 18917716"/>
              <a:gd name="connsiteY58" fmla="*/ 7941823 h 23029296"/>
              <a:gd name="connsiteX59" fmla="*/ 0 w 18917716"/>
              <a:gd name="connsiteY59" fmla="*/ 7797445 h 23029296"/>
              <a:gd name="connsiteX60" fmla="*/ 0 w 18917716"/>
              <a:gd name="connsiteY60" fmla="*/ 6901638 h 23029296"/>
              <a:gd name="connsiteX61" fmla="*/ 0 w 18917716"/>
              <a:gd name="connsiteY61" fmla="*/ 6757259 h 23029296"/>
              <a:gd name="connsiteX62" fmla="*/ 0 w 18917716"/>
              <a:gd name="connsiteY62" fmla="*/ 6412378 h 23029296"/>
              <a:gd name="connsiteX63" fmla="*/ 0 w 18917716"/>
              <a:gd name="connsiteY63" fmla="*/ 6268000 h 23029296"/>
              <a:gd name="connsiteX64" fmla="*/ 0 w 18917716"/>
              <a:gd name="connsiteY64" fmla="*/ 6070281 h 23029296"/>
              <a:gd name="connsiteX65" fmla="*/ 0 w 18917716"/>
              <a:gd name="connsiteY65" fmla="*/ 5925905 h 23029296"/>
              <a:gd name="connsiteX66" fmla="*/ 0 w 18917716"/>
              <a:gd name="connsiteY66" fmla="*/ 5372193 h 23029296"/>
              <a:gd name="connsiteX67" fmla="*/ 0 w 18917716"/>
              <a:gd name="connsiteY67" fmla="*/ 5227814 h 23029296"/>
              <a:gd name="connsiteX68" fmla="*/ 0 w 18917716"/>
              <a:gd name="connsiteY68" fmla="*/ 5030095 h 23029296"/>
              <a:gd name="connsiteX69" fmla="*/ 0 w 18917716"/>
              <a:gd name="connsiteY69" fmla="*/ 4903656 h 23029296"/>
              <a:gd name="connsiteX70" fmla="*/ 0 w 18917716"/>
              <a:gd name="connsiteY70" fmla="*/ 4885718 h 23029296"/>
              <a:gd name="connsiteX71" fmla="*/ 0 w 18917716"/>
              <a:gd name="connsiteY71" fmla="*/ 4759279 h 23029296"/>
              <a:gd name="connsiteX72" fmla="*/ 0 w 18917716"/>
              <a:gd name="connsiteY72" fmla="*/ 4540836 h 23029296"/>
              <a:gd name="connsiteX73" fmla="*/ 0 w 18917716"/>
              <a:gd name="connsiteY73" fmla="*/ 4396460 h 23029296"/>
              <a:gd name="connsiteX74" fmla="*/ 0 w 18917716"/>
              <a:gd name="connsiteY74" fmla="*/ 3863471 h 23029296"/>
              <a:gd name="connsiteX75" fmla="*/ 0 w 18917716"/>
              <a:gd name="connsiteY75" fmla="*/ 3719092 h 23029296"/>
              <a:gd name="connsiteX76" fmla="*/ 0 w 18917716"/>
              <a:gd name="connsiteY76" fmla="*/ 3500649 h 23029296"/>
              <a:gd name="connsiteX77" fmla="*/ 0 w 18917716"/>
              <a:gd name="connsiteY77" fmla="*/ 3374211 h 23029296"/>
              <a:gd name="connsiteX78" fmla="*/ 0 w 18917716"/>
              <a:gd name="connsiteY78" fmla="*/ 3356274 h 23029296"/>
              <a:gd name="connsiteX79" fmla="*/ 0 w 18917716"/>
              <a:gd name="connsiteY79" fmla="*/ 3229833 h 23029296"/>
              <a:gd name="connsiteX80" fmla="*/ 0 w 18917716"/>
              <a:gd name="connsiteY80" fmla="*/ 3032114 h 23029296"/>
              <a:gd name="connsiteX81" fmla="*/ 0 w 18917716"/>
              <a:gd name="connsiteY81" fmla="*/ 2887738 h 23029296"/>
              <a:gd name="connsiteX82" fmla="*/ 0 w 18917716"/>
              <a:gd name="connsiteY82" fmla="*/ 2334027 h 23029296"/>
              <a:gd name="connsiteX83" fmla="*/ 0 w 18917716"/>
              <a:gd name="connsiteY83" fmla="*/ 2189648 h 23029296"/>
              <a:gd name="connsiteX84" fmla="*/ 0 w 18917716"/>
              <a:gd name="connsiteY84" fmla="*/ 1991929 h 23029296"/>
              <a:gd name="connsiteX85" fmla="*/ 0 w 18917716"/>
              <a:gd name="connsiteY85" fmla="*/ 1847552 h 23029296"/>
              <a:gd name="connsiteX86" fmla="*/ 0 w 18917716"/>
              <a:gd name="connsiteY86" fmla="*/ 1502669 h 23029296"/>
              <a:gd name="connsiteX87" fmla="*/ 0 w 18917716"/>
              <a:gd name="connsiteY87" fmla="*/ 1358293 h 23029296"/>
              <a:gd name="connsiteX88" fmla="*/ 0 w 18917716"/>
              <a:gd name="connsiteY88" fmla="*/ 462483 h 23029296"/>
              <a:gd name="connsiteX89" fmla="*/ 0 w 18917716"/>
              <a:gd name="connsiteY89" fmla="*/ 318107 h 23029296"/>
              <a:gd name="connsiteX90" fmla="*/ 314980 w 18917716"/>
              <a:gd name="connsiteY90" fmla="*/ 0 h 23029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8917716" h="23029296">
                <a:moveTo>
                  <a:pt x="314980" y="0"/>
                </a:moveTo>
                <a:lnTo>
                  <a:pt x="17784780" y="0"/>
                </a:lnTo>
                <a:lnTo>
                  <a:pt x="18917716" y="1144180"/>
                </a:lnTo>
                <a:lnTo>
                  <a:pt x="18917716" y="1288555"/>
                </a:lnTo>
                <a:lnTo>
                  <a:pt x="18917716" y="2184364"/>
                </a:lnTo>
                <a:lnTo>
                  <a:pt x="18917716" y="2328742"/>
                </a:lnTo>
                <a:lnTo>
                  <a:pt x="18917716" y="2673624"/>
                </a:lnTo>
                <a:lnTo>
                  <a:pt x="18917716" y="2818000"/>
                </a:lnTo>
                <a:lnTo>
                  <a:pt x="18917716" y="3015721"/>
                </a:lnTo>
                <a:lnTo>
                  <a:pt x="18917716" y="3160100"/>
                </a:lnTo>
                <a:lnTo>
                  <a:pt x="18917716" y="3713808"/>
                </a:lnTo>
                <a:lnTo>
                  <a:pt x="18917716" y="3858186"/>
                </a:lnTo>
                <a:lnTo>
                  <a:pt x="18917716" y="4055906"/>
                </a:lnTo>
                <a:lnTo>
                  <a:pt x="18917716" y="4182346"/>
                </a:lnTo>
                <a:lnTo>
                  <a:pt x="18917716" y="4200284"/>
                </a:lnTo>
                <a:lnTo>
                  <a:pt x="18917716" y="4326722"/>
                </a:lnTo>
                <a:lnTo>
                  <a:pt x="18917716" y="4545165"/>
                </a:lnTo>
                <a:lnTo>
                  <a:pt x="18917716" y="4689544"/>
                </a:lnTo>
                <a:lnTo>
                  <a:pt x="18917716" y="5222530"/>
                </a:lnTo>
                <a:lnTo>
                  <a:pt x="18917716" y="5366908"/>
                </a:lnTo>
                <a:lnTo>
                  <a:pt x="18917716" y="5585351"/>
                </a:lnTo>
                <a:lnTo>
                  <a:pt x="18917716" y="5711791"/>
                </a:lnTo>
                <a:lnTo>
                  <a:pt x="18917716" y="5729729"/>
                </a:lnTo>
                <a:lnTo>
                  <a:pt x="18917716" y="5856167"/>
                </a:lnTo>
                <a:lnTo>
                  <a:pt x="18917716" y="6053887"/>
                </a:lnTo>
                <a:lnTo>
                  <a:pt x="18917716" y="6198266"/>
                </a:lnTo>
                <a:lnTo>
                  <a:pt x="18917716" y="6751975"/>
                </a:lnTo>
                <a:lnTo>
                  <a:pt x="18917716" y="6896353"/>
                </a:lnTo>
                <a:lnTo>
                  <a:pt x="18917716" y="7094073"/>
                </a:lnTo>
                <a:lnTo>
                  <a:pt x="18917716" y="7238451"/>
                </a:lnTo>
                <a:lnTo>
                  <a:pt x="18917716" y="7583332"/>
                </a:lnTo>
                <a:lnTo>
                  <a:pt x="18917716" y="7727711"/>
                </a:lnTo>
                <a:lnTo>
                  <a:pt x="18917716" y="8623518"/>
                </a:lnTo>
                <a:lnTo>
                  <a:pt x="18917716" y="8767896"/>
                </a:lnTo>
                <a:lnTo>
                  <a:pt x="18917716" y="17597268"/>
                </a:lnTo>
                <a:lnTo>
                  <a:pt x="18917716" y="17741644"/>
                </a:lnTo>
                <a:lnTo>
                  <a:pt x="18917716" y="18461684"/>
                </a:lnTo>
                <a:lnTo>
                  <a:pt x="18917716" y="19126714"/>
                </a:lnTo>
                <a:lnTo>
                  <a:pt x="18917716" y="19271090"/>
                </a:lnTo>
                <a:lnTo>
                  <a:pt x="18917716" y="19991130"/>
                </a:lnTo>
                <a:lnTo>
                  <a:pt x="18917716" y="20635436"/>
                </a:lnTo>
                <a:lnTo>
                  <a:pt x="18917716" y="20779812"/>
                </a:lnTo>
                <a:lnTo>
                  <a:pt x="18917716" y="21499852"/>
                </a:lnTo>
                <a:lnTo>
                  <a:pt x="18917716" y="22164880"/>
                </a:lnTo>
                <a:lnTo>
                  <a:pt x="18917716" y="22309256"/>
                </a:lnTo>
                <a:lnTo>
                  <a:pt x="18917716" y="23029296"/>
                </a:lnTo>
                <a:lnTo>
                  <a:pt x="0" y="23029296"/>
                </a:lnTo>
                <a:lnTo>
                  <a:pt x="0" y="22309256"/>
                </a:lnTo>
                <a:lnTo>
                  <a:pt x="0" y="22164880"/>
                </a:lnTo>
                <a:lnTo>
                  <a:pt x="0" y="21499852"/>
                </a:lnTo>
                <a:lnTo>
                  <a:pt x="0" y="20779812"/>
                </a:lnTo>
                <a:lnTo>
                  <a:pt x="0" y="20635436"/>
                </a:lnTo>
                <a:lnTo>
                  <a:pt x="0" y="19991130"/>
                </a:lnTo>
                <a:lnTo>
                  <a:pt x="0" y="19271090"/>
                </a:lnTo>
                <a:lnTo>
                  <a:pt x="0" y="19126714"/>
                </a:lnTo>
                <a:lnTo>
                  <a:pt x="0" y="18461684"/>
                </a:lnTo>
                <a:lnTo>
                  <a:pt x="0" y="17741644"/>
                </a:lnTo>
                <a:lnTo>
                  <a:pt x="0" y="17597268"/>
                </a:lnTo>
                <a:lnTo>
                  <a:pt x="0" y="7941823"/>
                </a:lnTo>
                <a:lnTo>
                  <a:pt x="0" y="7797445"/>
                </a:lnTo>
                <a:lnTo>
                  <a:pt x="0" y="6901638"/>
                </a:lnTo>
                <a:lnTo>
                  <a:pt x="0" y="6757259"/>
                </a:lnTo>
                <a:lnTo>
                  <a:pt x="0" y="6412378"/>
                </a:lnTo>
                <a:lnTo>
                  <a:pt x="0" y="6268000"/>
                </a:lnTo>
                <a:lnTo>
                  <a:pt x="0" y="6070281"/>
                </a:lnTo>
                <a:lnTo>
                  <a:pt x="0" y="5925905"/>
                </a:lnTo>
                <a:lnTo>
                  <a:pt x="0" y="5372193"/>
                </a:lnTo>
                <a:lnTo>
                  <a:pt x="0" y="5227814"/>
                </a:lnTo>
                <a:lnTo>
                  <a:pt x="0" y="5030095"/>
                </a:lnTo>
                <a:lnTo>
                  <a:pt x="0" y="4903656"/>
                </a:lnTo>
                <a:lnTo>
                  <a:pt x="0" y="4885718"/>
                </a:lnTo>
                <a:lnTo>
                  <a:pt x="0" y="4759279"/>
                </a:lnTo>
                <a:lnTo>
                  <a:pt x="0" y="4540836"/>
                </a:lnTo>
                <a:lnTo>
                  <a:pt x="0" y="4396460"/>
                </a:lnTo>
                <a:lnTo>
                  <a:pt x="0" y="3863471"/>
                </a:lnTo>
                <a:lnTo>
                  <a:pt x="0" y="3719092"/>
                </a:lnTo>
                <a:lnTo>
                  <a:pt x="0" y="3500649"/>
                </a:lnTo>
                <a:lnTo>
                  <a:pt x="0" y="3374211"/>
                </a:lnTo>
                <a:lnTo>
                  <a:pt x="0" y="3356274"/>
                </a:lnTo>
                <a:lnTo>
                  <a:pt x="0" y="3229833"/>
                </a:lnTo>
                <a:lnTo>
                  <a:pt x="0" y="3032114"/>
                </a:lnTo>
                <a:lnTo>
                  <a:pt x="0" y="2887738"/>
                </a:lnTo>
                <a:lnTo>
                  <a:pt x="0" y="2334027"/>
                </a:lnTo>
                <a:lnTo>
                  <a:pt x="0" y="2189648"/>
                </a:lnTo>
                <a:lnTo>
                  <a:pt x="0" y="1991929"/>
                </a:lnTo>
                <a:lnTo>
                  <a:pt x="0" y="1847552"/>
                </a:lnTo>
                <a:lnTo>
                  <a:pt x="0" y="1502669"/>
                </a:lnTo>
                <a:lnTo>
                  <a:pt x="0" y="1358293"/>
                </a:lnTo>
                <a:lnTo>
                  <a:pt x="0" y="462483"/>
                </a:lnTo>
                <a:lnTo>
                  <a:pt x="0" y="318107"/>
                </a:lnTo>
                <a:cubicBezTo>
                  <a:pt x="0" y="142422"/>
                  <a:pt x="141022" y="0"/>
                  <a:pt x="314980" y="0"/>
                </a:cubicBezTo>
                <a:close/>
              </a:path>
            </a:pathLst>
          </a:custGeom>
          <a:solidFill>
            <a:schemeClr val="bg1"/>
          </a:solidFill>
          <a:ln w="63500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2CDFE521-F2D1-0BC2-4005-CF5D95B1B710}"/>
              </a:ext>
            </a:extLst>
          </p:cNvPr>
          <p:cNvSpPr/>
          <p:nvPr/>
        </p:nvSpPr>
        <p:spPr>
          <a:xfrm>
            <a:off x="19128241" y="5018320"/>
            <a:ext cx="1132938" cy="1132940"/>
          </a:xfrm>
          <a:custGeom>
            <a:avLst/>
            <a:gdLst>
              <a:gd name="connsiteX0" fmla="*/ 0 w 1164628"/>
              <a:gd name="connsiteY0" fmla="*/ 0 h 1164629"/>
              <a:gd name="connsiteX1" fmla="*/ 1164628 w 1164628"/>
              <a:gd name="connsiteY1" fmla="*/ 1164629 h 1164629"/>
              <a:gd name="connsiteX2" fmla="*/ 332104 w 1164628"/>
              <a:gd name="connsiteY2" fmla="*/ 1164629 h 1164629"/>
              <a:gd name="connsiteX3" fmla="*/ 0 w 1164628"/>
              <a:gd name="connsiteY3" fmla="*/ 832523 h 116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4628" h="1164629">
                <a:moveTo>
                  <a:pt x="0" y="0"/>
                </a:moveTo>
                <a:lnTo>
                  <a:pt x="1164628" y="1164629"/>
                </a:lnTo>
                <a:lnTo>
                  <a:pt x="332104" y="1164629"/>
                </a:lnTo>
                <a:cubicBezTo>
                  <a:pt x="148688" y="1164629"/>
                  <a:pt x="0" y="1015940"/>
                  <a:pt x="0" y="832523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63500">
            <a:noFill/>
            <a:round/>
          </a:ln>
          <a:effectLst>
            <a:outerShdw blurRad="596900" algn="ctr" rotWithShape="0">
              <a:schemeClr val="accent4">
                <a:alpha val="1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ko-KR" altLang="en-US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5273130-929D-12E7-2330-822CA23F86B3}"/>
              </a:ext>
            </a:extLst>
          </p:cNvPr>
          <p:cNvCxnSpPr>
            <a:cxnSpLocks/>
          </p:cNvCxnSpPr>
          <p:nvPr userDrawn="1"/>
        </p:nvCxnSpPr>
        <p:spPr>
          <a:xfrm>
            <a:off x="3918634" y="3858844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5AEB868-1E3E-0C23-838E-3598DF7AF97B}"/>
              </a:ext>
            </a:extLst>
          </p:cNvPr>
          <p:cNvCxnSpPr>
            <a:cxnSpLocks/>
          </p:cNvCxnSpPr>
          <p:nvPr userDrawn="1"/>
        </p:nvCxnSpPr>
        <p:spPr>
          <a:xfrm>
            <a:off x="16169307" y="3858845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텍스트 개체 틀 58">
            <a:extLst>
              <a:ext uri="{FF2B5EF4-FFF2-40B4-BE49-F238E27FC236}">
                <a16:creationId xmlns:a16="http://schemas.microsoft.com/office/drawing/2014/main" id="{E224F414-AB93-79A5-EA99-0EE4C8EF8CA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043731" y="1186933"/>
            <a:ext cx="7914555" cy="707886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40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 err="1"/>
              <a:t>마이크로디그리명</a:t>
            </a:r>
            <a:endParaRPr lang="ko-KR" altLang="en-US" dirty="0"/>
          </a:p>
        </p:txBody>
      </p:sp>
      <p:sp>
        <p:nvSpPr>
          <p:cNvPr id="61" name="텍스트 개체 틀 58">
            <a:extLst>
              <a:ext uri="{FF2B5EF4-FFF2-40B4-BE49-F238E27FC236}">
                <a16:creationId xmlns:a16="http://schemas.microsoft.com/office/drawing/2014/main" id="{DA089DD9-E553-21CF-B71E-7C073C036FC6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2127420" y="1125378"/>
            <a:ext cx="7914555" cy="830997"/>
          </a:xfrm>
        </p:spPr>
        <p:txBody>
          <a:bodyPr wrap="square" anchor="ctr">
            <a:spAutoFit/>
          </a:bodyPr>
          <a:lstStyle>
            <a:lvl1pPr marL="0" indent="0" algn="r" latinLnBrk="0">
              <a:lnSpc>
                <a:spcPct val="100000"/>
              </a:lnSpc>
              <a:spcBef>
                <a:spcPts val="0"/>
              </a:spcBef>
              <a:buNone/>
              <a:defRPr sz="48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r>
              <a:rPr lang="ko-KR" altLang="en-US" dirty="0"/>
              <a:t>교과목명</a:t>
            </a:r>
          </a:p>
        </p:txBody>
      </p:sp>
      <p:sp>
        <p:nvSpPr>
          <p:cNvPr id="62" name="텍스트 개체 틀 58">
            <a:extLst>
              <a:ext uri="{FF2B5EF4-FFF2-40B4-BE49-F238E27FC236}">
                <a16:creationId xmlns:a16="http://schemas.microsoft.com/office/drawing/2014/main" id="{407C5AC6-09BB-6242-6405-E4682EBE1097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43586" y="2140054"/>
            <a:ext cx="17711211" cy="1400383"/>
          </a:xfrm>
        </p:spPr>
        <p:txBody>
          <a:bodyPr wrap="square" anchor="t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8500">
                <a:ln>
                  <a:noFill/>
                </a:ln>
                <a:solidFill>
                  <a:schemeClr val="bg1"/>
                </a:solidFill>
                <a:latin typeface="페이퍼로지 8 ExtraBold" pitchFamily="2" charset="-127"/>
                <a:ea typeface="페이퍼로지 8 Extra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제목 </a:t>
            </a:r>
            <a:r>
              <a:rPr lang="en-US" altLang="ko-KR" dirty="0"/>
              <a:t>(</a:t>
            </a:r>
            <a:r>
              <a:rPr lang="ko-KR" altLang="en-US" dirty="0"/>
              <a:t>과제명 또는 프로젝트명</a:t>
            </a:r>
            <a:r>
              <a:rPr lang="en-US" altLang="ko-KR" dirty="0"/>
              <a:t>)</a:t>
            </a:r>
          </a:p>
        </p:txBody>
      </p:sp>
      <p:sp>
        <p:nvSpPr>
          <p:cNvPr id="63" name="텍스트 개체 틀 58">
            <a:extLst>
              <a:ext uri="{FF2B5EF4-FFF2-40B4-BE49-F238E27FC236}">
                <a16:creationId xmlns:a16="http://schemas.microsoft.com/office/drawing/2014/main" id="{98F8812B-45D7-6417-12BA-3D6957EF571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663638" y="3747572"/>
            <a:ext cx="2052165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64" name="텍스트 개체 틀 58">
            <a:extLst>
              <a:ext uri="{FF2B5EF4-FFF2-40B4-BE49-F238E27FC236}">
                <a16:creationId xmlns:a16="http://schemas.microsoft.com/office/drawing/2014/main" id="{91858DFE-5E0C-9B0B-0D21-D90091BE111A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4269130" y="3747572"/>
            <a:ext cx="1608133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</a:t>
            </a:r>
          </a:p>
        </p:txBody>
      </p:sp>
      <p:sp>
        <p:nvSpPr>
          <p:cNvPr id="65" name="텍스트 개체 틀 58">
            <a:extLst>
              <a:ext uri="{FF2B5EF4-FFF2-40B4-BE49-F238E27FC236}">
                <a16:creationId xmlns:a16="http://schemas.microsoft.com/office/drawing/2014/main" id="{A6BAC387-519C-9E0D-661E-77AB20EC998B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6461352" y="3747572"/>
            <a:ext cx="2893436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지도교수명</a:t>
            </a:r>
          </a:p>
        </p:txBody>
      </p:sp>
      <p:sp>
        <p:nvSpPr>
          <p:cNvPr id="66" name="텍스트 개체 틀 58">
            <a:extLst>
              <a:ext uri="{FF2B5EF4-FFF2-40B4-BE49-F238E27FC236}">
                <a16:creationId xmlns:a16="http://schemas.microsoft.com/office/drawing/2014/main" id="{8EFA22B7-9E7C-4C9D-389D-89B2AACD348A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121466" y="3747572"/>
            <a:ext cx="9318763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89C6032-0457-388A-85C0-F03441DADBB6}"/>
              </a:ext>
            </a:extLst>
          </p:cNvPr>
          <p:cNvSpPr/>
          <p:nvPr userDrawn="1"/>
        </p:nvSpPr>
        <p:spPr>
          <a:xfrm>
            <a:off x="1643579" y="1216008"/>
            <a:ext cx="1157154" cy="64973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MD</a:t>
            </a:r>
            <a:endParaRPr lang="ko-KR" altLang="en-US" sz="3200" dirty="0">
              <a:solidFill>
                <a:schemeClr val="bg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32A0EA-BA14-5135-0537-B4172A2A2D27}"/>
              </a:ext>
            </a:extLst>
          </p:cNvPr>
          <p:cNvSpPr/>
          <p:nvPr userDrawn="1"/>
        </p:nvSpPr>
        <p:spPr>
          <a:xfrm>
            <a:off x="934666" y="30884705"/>
            <a:ext cx="8554093" cy="83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spAutoFit/>
          </a:bodyPr>
          <a:lstStyle/>
          <a:p>
            <a:r>
              <a:rPr lang="en-US" altLang="ko-KR" sz="4800" dirty="0">
                <a:gradFill>
                  <a:gsLst>
                    <a:gs pos="22000">
                      <a:schemeClr val="accent4"/>
                    </a:gs>
                    <a:gs pos="86000">
                      <a:srgbClr val="FFC000"/>
                    </a:gs>
                  </a:gsLst>
                  <a:lin ang="2700000" scaled="1"/>
                </a:gradFill>
                <a:latin typeface="+mj-ea"/>
                <a:ea typeface="+mj-ea"/>
              </a:rPr>
              <a:t>2026</a:t>
            </a:r>
            <a:r>
              <a:rPr lang="ko-KR" altLang="en-US" sz="4800" dirty="0">
                <a:gradFill>
                  <a:gsLst>
                    <a:gs pos="22000">
                      <a:schemeClr val="accent4"/>
                    </a:gs>
                    <a:gs pos="86000">
                      <a:srgbClr val="FFC000"/>
                    </a:gs>
                  </a:gsLst>
                  <a:lin ang="2700000" scaled="1"/>
                </a:gradFill>
                <a:latin typeface="+mj-ea"/>
                <a:ea typeface="+mj-ea"/>
              </a:rPr>
              <a:t>년 </a:t>
            </a:r>
            <a:r>
              <a:rPr lang="en-US" altLang="ko-KR" sz="4800" dirty="0">
                <a:gradFill>
                  <a:gsLst>
                    <a:gs pos="22000">
                      <a:schemeClr val="accent4"/>
                    </a:gs>
                    <a:gs pos="86000">
                      <a:srgbClr val="FFC000"/>
                    </a:gs>
                  </a:gsLst>
                  <a:lin ang="2700000" scaled="1"/>
                </a:gradFill>
                <a:latin typeface="+mj-ea"/>
                <a:ea typeface="+mj-ea"/>
              </a:rPr>
              <a:t>1</a:t>
            </a:r>
            <a:r>
              <a:rPr lang="ko-KR" altLang="en-US" sz="4800" dirty="0">
                <a:gradFill>
                  <a:gsLst>
                    <a:gs pos="22000">
                      <a:schemeClr val="accent4"/>
                    </a:gs>
                    <a:gs pos="86000">
                      <a:srgbClr val="FFC000"/>
                    </a:gs>
                  </a:gsLst>
                  <a:lin ang="2700000" scaled="1"/>
                </a:gradFill>
                <a:latin typeface="+mj-ea"/>
                <a:ea typeface="+mj-ea"/>
              </a:rPr>
              <a:t>학기</a:t>
            </a:r>
            <a:r>
              <a:rPr lang="en-US" altLang="ko-KR" sz="4800" dirty="0">
                <a:gradFill>
                  <a:gsLst>
                    <a:gs pos="22000">
                      <a:schemeClr val="accent4"/>
                    </a:gs>
                    <a:gs pos="86000">
                      <a:srgbClr val="FFC000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ko-KR" altLang="en-US" sz="4800" dirty="0" err="1">
                <a:gradFill>
                  <a:gsLst>
                    <a:gs pos="22000">
                      <a:schemeClr val="accent4"/>
                    </a:gs>
                    <a:gs pos="86000">
                      <a:srgbClr val="FFC000"/>
                    </a:gs>
                  </a:gsLst>
                  <a:lin ang="2700000" scaled="1"/>
                </a:gradFill>
                <a:latin typeface="+mj-ea"/>
                <a:ea typeface="+mj-ea"/>
              </a:rPr>
              <a:t>마이크로디그리</a:t>
            </a:r>
            <a:r>
              <a:rPr lang="ko-KR" altLang="en-US" sz="4800" dirty="0">
                <a:gradFill>
                  <a:gsLst>
                    <a:gs pos="22000">
                      <a:schemeClr val="accent4"/>
                    </a:gs>
                    <a:gs pos="86000">
                      <a:srgbClr val="FFC000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en-US" altLang="ko-KR" sz="4800" dirty="0">
                <a:gradFill>
                  <a:gsLst>
                    <a:gs pos="22000">
                      <a:schemeClr val="accent4"/>
                    </a:gs>
                    <a:gs pos="86000">
                      <a:srgbClr val="FFC000"/>
                    </a:gs>
                  </a:gsLst>
                  <a:lin ang="2700000" scaled="1"/>
                </a:gradFill>
                <a:latin typeface="+mj-ea"/>
                <a:ea typeface="+mj-ea"/>
              </a:rPr>
              <a:t>EXPO</a:t>
            </a:r>
            <a:endParaRPr lang="ko-KR" altLang="en-US" sz="4800" dirty="0">
              <a:gradFill>
                <a:gsLst>
                  <a:gs pos="22000">
                    <a:schemeClr val="accent4"/>
                  </a:gs>
                  <a:gs pos="86000">
                    <a:srgbClr val="FFC000"/>
                  </a:gs>
                </a:gsLst>
                <a:lin ang="2700000" scaled="1"/>
              </a:gra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35253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803">
          <p15:clr>
            <a:srgbClr val="FBAE40"/>
          </p15:clr>
        </p15:guide>
        <p15:guide id="3" orient="horz" pos="1020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5A051FA-389B-8CA9-180B-490401DAC452}"/>
              </a:ext>
            </a:extLst>
          </p:cNvPr>
          <p:cNvSpPr/>
          <p:nvPr userDrawn="1"/>
        </p:nvSpPr>
        <p:spPr>
          <a:xfrm>
            <a:off x="1" y="0"/>
            <a:ext cx="21599524" cy="25131963"/>
          </a:xfrm>
          <a:prstGeom prst="rect">
            <a:avLst/>
          </a:prstGeom>
          <a:gradFill>
            <a:gsLst>
              <a:gs pos="21000">
                <a:schemeClr val="accent5"/>
              </a:gs>
              <a:gs pos="90000">
                <a:schemeClr val="accent4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247D5BF-47F4-B7A2-039E-DCB488291682}"/>
              </a:ext>
            </a:extLst>
          </p:cNvPr>
          <p:cNvGrpSpPr/>
          <p:nvPr userDrawn="1"/>
        </p:nvGrpSpPr>
        <p:grpSpPr>
          <a:xfrm>
            <a:off x="-2" y="2"/>
            <a:ext cx="21599529" cy="22772438"/>
            <a:chOff x="-5" y="2"/>
            <a:chExt cx="21599529" cy="22772438"/>
          </a:xfrm>
        </p:grpSpPr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DBA25FAB-024A-81F6-42CA-937B71DB7C61}"/>
                </a:ext>
              </a:extLst>
            </p:cNvPr>
            <p:cNvSpPr/>
            <p:nvPr/>
          </p:nvSpPr>
          <p:spPr>
            <a:xfrm>
              <a:off x="16873202" y="13616595"/>
              <a:ext cx="4726322" cy="9155845"/>
            </a:xfrm>
            <a:custGeom>
              <a:avLst/>
              <a:gdLst>
                <a:gd name="connsiteX0" fmla="*/ 4726322 w 4726322"/>
                <a:gd name="connsiteY0" fmla="*/ 0 h 9155845"/>
                <a:gd name="connsiteX1" fmla="*/ 4726322 w 4726322"/>
                <a:gd name="connsiteY1" fmla="*/ 8718790 h 9155845"/>
                <a:gd name="connsiteX2" fmla="*/ 4585142 w 4726322"/>
                <a:gd name="connsiteY2" fmla="*/ 8801870 h 9155845"/>
                <a:gd name="connsiteX3" fmla="*/ 915276 w 4726322"/>
                <a:gd name="connsiteY3" fmla="*/ 8236008 h 9155845"/>
                <a:gd name="connsiteX4" fmla="*/ 909660 w 4726322"/>
                <a:gd name="connsiteY4" fmla="*/ 3816662 h 9155845"/>
                <a:gd name="connsiteX5" fmla="*/ 4715010 w 4726322"/>
                <a:gd name="connsiteY5" fmla="*/ 11313 h 9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26322" h="9155845">
                  <a:moveTo>
                    <a:pt x="4726322" y="0"/>
                  </a:moveTo>
                  <a:lnTo>
                    <a:pt x="4726322" y="8718790"/>
                  </a:lnTo>
                  <a:lnTo>
                    <a:pt x="4585142" y="8801870"/>
                  </a:lnTo>
                  <a:cubicBezTo>
                    <a:pt x="3406780" y="9418040"/>
                    <a:pt x="1909268" y="9230000"/>
                    <a:pt x="915276" y="8236008"/>
                  </a:cubicBezTo>
                  <a:cubicBezTo>
                    <a:pt x="-302890" y="7017842"/>
                    <a:pt x="-305414" y="5031736"/>
                    <a:pt x="909660" y="3816662"/>
                  </a:cubicBezTo>
                  <a:cubicBezTo>
                    <a:pt x="909660" y="3816662"/>
                    <a:pt x="909660" y="3816662"/>
                    <a:pt x="4715010" y="11313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57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sp>
          <p:nvSpPr>
            <p:cNvPr id="5" name="자유형: 도형 4">
              <a:extLst>
                <a:ext uri="{FF2B5EF4-FFF2-40B4-BE49-F238E27FC236}">
                  <a16:creationId xmlns:a16="http://schemas.microsoft.com/office/drawing/2014/main" id="{D9F5731D-C7D0-5328-45DF-0A7CB270B928}"/>
                </a:ext>
              </a:extLst>
            </p:cNvPr>
            <p:cNvSpPr/>
            <p:nvPr/>
          </p:nvSpPr>
          <p:spPr>
            <a:xfrm>
              <a:off x="1" y="2"/>
              <a:ext cx="2399449" cy="3526970"/>
            </a:xfrm>
            <a:custGeom>
              <a:avLst/>
              <a:gdLst>
                <a:gd name="connsiteX0" fmla="*/ 0 w 4007903"/>
                <a:gd name="connsiteY0" fmla="*/ 0 h 5891251"/>
                <a:gd name="connsiteX1" fmla="*/ 3910401 w 4007903"/>
                <a:gd name="connsiteY1" fmla="*/ 0 h 5891251"/>
                <a:gd name="connsiteX2" fmla="*/ 3956225 w 4007903"/>
                <a:gd name="connsiteY2" fmla="*/ 187496 h 5891251"/>
                <a:gd name="connsiteX3" fmla="*/ 3194454 w 4007903"/>
                <a:gd name="connsiteY3" fmla="*/ 2696797 h 5891251"/>
                <a:gd name="connsiteX4" fmla="*/ 131606 w 4007903"/>
                <a:gd name="connsiteY4" fmla="*/ 5759646 h 5891251"/>
                <a:gd name="connsiteX5" fmla="*/ 0 w 4007903"/>
                <a:gd name="connsiteY5" fmla="*/ 5891251 h 5891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07903" h="5891251">
                  <a:moveTo>
                    <a:pt x="0" y="0"/>
                  </a:moveTo>
                  <a:lnTo>
                    <a:pt x="3910401" y="0"/>
                  </a:lnTo>
                  <a:lnTo>
                    <a:pt x="3956225" y="187496"/>
                  </a:lnTo>
                  <a:cubicBezTo>
                    <a:pt x="4127336" y="1069268"/>
                    <a:pt x="3873555" y="2017697"/>
                    <a:pt x="3194454" y="2696797"/>
                  </a:cubicBezTo>
                  <a:cubicBezTo>
                    <a:pt x="3194454" y="2696797"/>
                    <a:pt x="3194454" y="2696797"/>
                    <a:pt x="131606" y="5759646"/>
                  </a:cubicBezTo>
                  <a:lnTo>
                    <a:pt x="0" y="5891251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16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729CFD5-EC38-93C8-F697-93CD4091E8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644848" y="2450291"/>
              <a:ext cx="411633" cy="1639997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5D67018-1C43-61F0-1DBD-5C36E99C5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0000"/>
            </a:blip>
            <a:srcRect r="-361" b="61544"/>
            <a:stretch/>
          </p:blipFill>
          <p:spPr>
            <a:xfrm rot="5400000">
              <a:off x="-5233351" y="12142425"/>
              <a:ext cx="13558236" cy="3091543"/>
            </a:xfrm>
            <a:prstGeom prst="rect">
              <a:avLst/>
            </a:prstGeom>
          </p:spPr>
        </p:pic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2B785AC1-9B2E-48A9-3A98-579CCD956922}"/>
              </a:ext>
            </a:extLst>
          </p:cNvPr>
          <p:cNvGrpSpPr/>
          <p:nvPr userDrawn="1"/>
        </p:nvGrpSpPr>
        <p:grpSpPr>
          <a:xfrm>
            <a:off x="615593" y="24408212"/>
            <a:ext cx="20368338" cy="723751"/>
            <a:chOff x="615593" y="24766459"/>
            <a:chExt cx="20368338" cy="723751"/>
          </a:xfrm>
        </p:grpSpPr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4F7C9DEE-6D63-C982-63A6-C2294BB4054F}"/>
                </a:ext>
              </a:extLst>
            </p:cNvPr>
            <p:cNvSpPr/>
            <p:nvPr/>
          </p:nvSpPr>
          <p:spPr>
            <a:xfrm flipH="1" flipV="1">
              <a:off x="20260180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0FF9B7D0-C2BD-0E40-1375-ED6ED90B6BB6}"/>
                </a:ext>
              </a:extLst>
            </p:cNvPr>
            <p:cNvSpPr/>
            <p:nvPr/>
          </p:nvSpPr>
          <p:spPr>
            <a:xfrm flipV="1">
              <a:off x="615593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6DD2593D-29CC-FBC6-14E1-11CD7CC7186F}"/>
              </a:ext>
            </a:extLst>
          </p:cNvPr>
          <p:cNvSpPr/>
          <p:nvPr/>
        </p:nvSpPr>
        <p:spPr>
          <a:xfrm>
            <a:off x="1340904" y="5018320"/>
            <a:ext cx="18917716" cy="23029296"/>
          </a:xfrm>
          <a:custGeom>
            <a:avLst/>
            <a:gdLst>
              <a:gd name="connsiteX0" fmla="*/ 314980 w 18917716"/>
              <a:gd name="connsiteY0" fmla="*/ 0 h 23029296"/>
              <a:gd name="connsiteX1" fmla="*/ 17784780 w 18917716"/>
              <a:gd name="connsiteY1" fmla="*/ 0 h 23029296"/>
              <a:gd name="connsiteX2" fmla="*/ 18917716 w 18917716"/>
              <a:gd name="connsiteY2" fmla="*/ 1144180 h 23029296"/>
              <a:gd name="connsiteX3" fmla="*/ 18917716 w 18917716"/>
              <a:gd name="connsiteY3" fmla="*/ 1288555 h 23029296"/>
              <a:gd name="connsiteX4" fmla="*/ 18917716 w 18917716"/>
              <a:gd name="connsiteY4" fmla="*/ 2184364 h 23029296"/>
              <a:gd name="connsiteX5" fmla="*/ 18917716 w 18917716"/>
              <a:gd name="connsiteY5" fmla="*/ 2328742 h 23029296"/>
              <a:gd name="connsiteX6" fmla="*/ 18917716 w 18917716"/>
              <a:gd name="connsiteY6" fmla="*/ 2673624 h 23029296"/>
              <a:gd name="connsiteX7" fmla="*/ 18917716 w 18917716"/>
              <a:gd name="connsiteY7" fmla="*/ 2818000 h 23029296"/>
              <a:gd name="connsiteX8" fmla="*/ 18917716 w 18917716"/>
              <a:gd name="connsiteY8" fmla="*/ 3015721 h 23029296"/>
              <a:gd name="connsiteX9" fmla="*/ 18917716 w 18917716"/>
              <a:gd name="connsiteY9" fmla="*/ 3160100 h 23029296"/>
              <a:gd name="connsiteX10" fmla="*/ 18917716 w 18917716"/>
              <a:gd name="connsiteY10" fmla="*/ 3713808 h 23029296"/>
              <a:gd name="connsiteX11" fmla="*/ 18917716 w 18917716"/>
              <a:gd name="connsiteY11" fmla="*/ 3858186 h 23029296"/>
              <a:gd name="connsiteX12" fmla="*/ 18917716 w 18917716"/>
              <a:gd name="connsiteY12" fmla="*/ 4055906 h 23029296"/>
              <a:gd name="connsiteX13" fmla="*/ 18917716 w 18917716"/>
              <a:gd name="connsiteY13" fmla="*/ 4182346 h 23029296"/>
              <a:gd name="connsiteX14" fmla="*/ 18917716 w 18917716"/>
              <a:gd name="connsiteY14" fmla="*/ 4200284 h 23029296"/>
              <a:gd name="connsiteX15" fmla="*/ 18917716 w 18917716"/>
              <a:gd name="connsiteY15" fmla="*/ 4326722 h 23029296"/>
              <a:gd name="connsiteX16" fmla="*/ 18917716 w 18917716"/>
              <a:gd name="connsiteY16" fmla="*/ 4545165 h 23029296"/>
              <a:gd name="connsiteX17" fmla="*/ 18917716 w 18917716"/>
              <a:gd name="connsiteY17" fmla="*/ 4689544 h 23029296"/>
              <a:gd name="connsiteX18" fmla="*/ 18917716 w 18917716"/>
              <a:gd name="connsiteY18" fmla="*/ 5222530 h 23029296"/>
              <a:gd name="connsiteX19" fmla="*/ 18917716 w 18917716"/>
              <a:gd name="connsiteY19" fmla="*/ 5366908 h 23029296"/>
              <a:gd name="connsiteX20" fmla="*/ 18917716 w 18917716"/>
              <a:gd name="connsiteY20" fmla="*/ 5585351 h 23029296"/>
              <a:gd name="connsiteX21" fmla="*/ 18917716 w 18917716"/>
              <a:gd name="connsiteY21" fmla="*/ 5711791 h 23029296"/>
              <a:gd name="connsiteX22" fmla="*/ 18917716 w 18917716"/>
              <a:gd name="connsiteY22" fmla="*/ 5729729 h 23029296"/>
              <a:gd name="connsiteX23" fmla="*/ 18917716 w 18917716"/>
              <a:gd name="connsiteY23" fmla="*/ 5856167 h 23029296"/>
              <a:gd name="connsiteX24" fmla="*/ 18917716 w 18917716"/>
              <a:gd name="connsiteY24" fmla="*/ 6053887 h 23029296"/>
              <a:gd name="connsiteX25" fmla="*/ 18917716 w 18917716"/>
              <a:gd name="connsiteY25" fmla="*/ 6198266 h 23029296"/>
              <a:gd name="connsiteX26" fmla="*/ 18917716 w 18917716"/>
              <a:gd name="connsiteY26" fmla="*/ 6751975 h 23029296"/>
              <a:gd name="connsiteX27" fmla="*/ 18917716 w 18917716"/>
              <a:gd name="connsiteY27" fmla="*/ 6896353 h 23029296"/>
              <a:gd name="connsiteX28" fmla="*/ 18917716 w 18917716"/>
              <a:gd name="connsiteY28" fmla="*/ 7094073 h 23029296"/>
              <a:gd name="connsiteX29" fmla="*/ 18917716 w 18917716"/>
              <a:gd name="connsiteY29" fmla="*/ 7238451 h 23029296"/>
              <a:gd name="connsiteX30" fmla="*/ 18917716 w 18917716"/>
              <a:gd name="connsiteY30" fmla="*/ 7583332 h 23029296"/>
              <a:gd name="connsiteX31" fmla="*/ 18917716 w 18917716"/>
              <a:gd name="connsiteY31" fmla="*/ 7727711 h 23029296"/>
              <a:gd name="connsiteX32" fmla="*/ 18917716 w 18917716"/>
              <a:gd name="connsiteY32" fmla="*/ 8623518 h 23029296"/>
              <a:gd name="connsiteX33" fmla="*/ 18917716 w 18917716"/>
              <a:gd name="connsiteY33" fmla="*/ 8767896 h 23029296"/>
              <a:gd name="connsiteX34" fmla="*/ 18917716 w 18917716"/>
              <a:gd name="connsiteY34" fmla="*/ 17597268 h 23029296"/>
              <a:gd name="connsiteX35" fmla="*/ 18917716 w 18917716"/>
              <a:gd name="connsiteY35" fmla="*/ 17741644 h 23029296"/>
              <a:gd name="connsiteX36" fmla="*/ 18917716 w 18917716"/>
              <a:gd name="connsiteY36" fmla="*/ 18461684 h 23029296"/>
              <a:gd name="connsiteX37" fmla="*/ 18917716 w 18917716"/>
              <a:gd name="connsiteY37" fmla="*/ 19126714 h 23029296"/>
              <a:gd name="connsiteX38" fmla="*/ 18917716 w 18917716"/>
              <a:gd name="connsiteY38" fmla="*/ 19271090 h 23029296"/>
              <a:gd name="connsiteX39" fmla="*/ 18917716 w 18917716"/>
              <a:gd name="connsiteY39" fmla="*/ 19991130 h 23029296"/>
              <a:gd name="connsiteX40" fmla="*/ 18917716 w 18917716"/>
              <a:gd name="connsiteY40" fmla="*/ 20635436 h 23029296"/>
              <a:gd name="connsiteX41" fmla="*/ 18917716 w 18917716"/>
              <a:gd name="connsiteY41" fmla="*/ 20779812 h 23029296"/>
              <a:gd name="connsiteX42" fmla="*/ 18917716 w 18917716"/>
              <a:gd name="connsiteY42" fmla="*/ 21499852 h 23029296"/>
              <a:gd name="connsiteX43" fmla="*/ 18917716 w 18917716"/>
              <a:gd name="connsiteY43" fmla="*/ 22164880 h 23029296"/>
              <a:gd name="connsiteX44" fmla="*/ 18917716 w 18917716"/>
              <a:gd name="connsiteY44" fmla="*/ 22309256 h 23029296"/>
              <a:gd name="connsiteX45" fmla="*/ 18917716 w 18917716"/>
              <a:gd name="connsiteY45" fmla="*/ 23029296 h 23029296"/>
              <a:gd name="connsiteX46" fmla="*/ 0 w 18917716"/>
              <a:gd name="connsiteY46" fmla="*/ 23029296 h 23029296"/>
              <a:gd name="connsiteX47" fmla="*/ 0 w 18917716"/>
              <a:gd name="connsiteY47" fmla="*/ 22309256 h 23029296"/>
              <a:gd name="connsiteX48" fmla="*/ 0 w 18917716"/>
              <a:gd name="connsiteY48" fmla="*/ 22164880 h 23029296"/>
              <a:gd name="connsiteX49" fmla="*/ 0 w 18917716"/>
              <a:gd name="connsiteY49" fmla="*/ 21499852 h 23029296"/>
              <a:gd name="connsiteX50" fmla="*/ 0 w 18917716"/>
              <a:gd name="connsiteY50" fmla="*/ 20779812 h 23029296"/>
              <a:gd name="connsiteX51" fmla="*/ 0 w 18917716"/>
              <a:gd name="connsiteY51" fmla="*/ 20635436 h 23029296"/>
              <a:gd name="connsiteX52" fmla="*/ 0 w 18917716"/>
              <a:gd name="connsiteY52" fmla="*/ 19991130 h 23029296"/>
              <a:gd name="connsiteX53" fmla="*/ 0 w 18917716"/>
              <a:gd name="connsiteY53" fmla="*/ 19271090 h 23029296"/>
              <a:gd name="connsiteX54" fmla="*/ 0 w 18917716"/>
              <a:gd name="connsiteY54" fmla="*/ 19126714 h 23029296"/>
              <a:gd name="connsiteX55" fmla="*/ 0 w 18917716"/>
              <a:gd name="connsiteY55" fmla="*/ 18461684 h 23029296"/>
              <a:gd name="connsiteX56" fmla="*/ 0 w 18917716"/>
              <a:gd name="connsiteY56" fmla="*/ 17741644 h 23029296"/>
              <a:gd name="connsiteX57" fmla="*/ 0 w 18917716"/>
              <a:gd name="connsiteY57" fmla="*/ 17597268 h 23029296"/>
              <a:gd name="connsiteX58" fmla="*/ 0 w 18917716"/>
              <a:gd name="connsiteY58" fmla="*/ 7941823 h 23029296"/>
              <a:gd name="connsiteX59" fmla="*/ 0 w 18917716"/>
              <a:gd name="connsiteY59" fmla="*/ 7797445 h 23029296"/>
              <a:gd name="connsiteX60" fmla="*/ 0 w 18917716"/>
              <a:gd name="connsiteY60" fmla="*/ 6901638 h 23029296"/>
              <a:gd name="connsiteX61" fmla="*/ 0 w 18917716"/>
              <a:gd name="connsiteY61" fmla="*/ 6757259 h 23029296"/>
              <a:gd name="connsiteX62" fmla="*/ 0 w 18917716"/>
              <a:gd name="connsiteY62" fmla="*/ 6412378 h 23029296"/>
              <a:gd name="connsiteX63" fmla="*/ 0 w 18917716"/>
              <a:gd name="connsiteY63" fmla="*/ 6268000 h 23029296"/>
              <a:gd name="connsiteX64" fmla="*/ 0 w 18917716"/>
              <a:gd name="connsiteY64" fmla="*/ 6070281 h 23029296"/>
              <a:gd name="connsiteX65" fmla="*/ 0 w 18917716"/>
              <a:gd name="connsiteY65" fmla="*/ 5925905 h 23029296"/>
              <a:gd name="connsiteX66" fmla="*/ 0 w 18917716"/>
              <a:gd name="connsiteY66" fmla="*/ 5372193 h 23029296"/>
              <a:gd name="connsiteX67" fmla="*/ 0 w 18917716"/>
              <a:gd name="connsiteY67" fmla="*/ 5227814 h 23029296"/>
              <a:gd name="connsiteX68" fmla="*/ 0 w 18917716"/>
              <a:gd name="connsiteY68" fmla="*/ 5030095 h 23029296"/>
              <a:gd name="connsiteX69" fmla="*/ 0 w 18917716"/>
              <a:gd name="connsiteY69" fmla="*/ 4903656 h 23029296"/>
              <a:gd name="connsiteX70" fmla="*/ 0 w 18917716"/>
              <a:gd name="connsiteY70" fmla="*/ 4885718 h 23029296"/>
              <a:gd name="connsiteX71" fmla="*/ 0 w 18917716"/>
              <a:gd name="connsiteY71" fmla="*/ 4759279 h 23029296"/>
              <a:gd name="connsiteX72" fmla="*/ 0 w 18917716"/>
              <a:gd name="connsiteY72" fmla="*/ 4540836 h 23029296"/>
              <a:gd name="connsiteX73" fmla="*/ 0 w 18917716"/>
              <a:gd name="connsiteY73" fmla="*/ 4396460 h 23029296"/>
              <a:gd name="connsiteX74" fmla="*/ 0 w 18917716"/>
              <a:gd name="connsiteY74" fmla="*/ 3863471 h 23029296"/>
              <a:gd name="connsiteX75" fmla="*/ 0 w 18917716"/>
              <a:gd name="connsiteY75" fmla="*/ 3719092 h 23029296"/>
              <a:gd name="connsiteX76" fmla="*/ 0 w 18917716"/>
              <a:gd name="connsiteY76" fmla="*/ 3500649 h 23029296"/>
              <a:gd name="connsiteX77" fmla="*/ 0 w 18917716"/>
              <a:gd name="connsiteY77" fmla="*/ 3374211 h 23029296"/>
              <a:gd name="connsiteX78" fmla="*/ 0 w 18917716"/>
              <a:gd name="connsiteY78" fmla="*/ 3356274 h 23029296"/>
              <a:gd name="connsiteX79" fmla="*/ 0 w 18917716"/>
              <a:gd name="connsiteY79" fmla="*/ 3229833 h 23029296"/>
              <a:gd name="connsiteX80" fmla="*/ 0 w 18917716"/>
              <a:gd name="connsiteY80" fmla="*/ 3032114 h 23029296"/>
              <a:gd name="connsiteX81" fmla="*/ 0 w 18917716"/>
              <a:gd name="connsiteY81" fmla="*/ 2887738 h 23029296"/>
              <a:gd name="connsiteX82" fmla="*/ 0 w 18917716"/>
              <a:gd name="connsiteY82" fmla="*/ 2334027 h 23029296"/>
              <a:gd name="connsiteX83" fmla="*/ 0 w 18917716"/>
              <a:gd name="connsiteY83" fmla="*/ 2189648 h 23029296"/>
              <a:gd name="connsiteX84" fmla="*/ 0 w 18917716"/>
              <a:gd name="connsiteY84" fmla="*/ 1991929 h 23029296"/>
              <a:gd name="connsiteX85" fmla="*/ 0 w 18917716"/>
              <a:gd name="connsiteY85" fmla="*/ 1847552 h 23029296"/>
              <a:gd name="connsiteX86" fmla="*/ 0 w 18917716"/>
              <a:gd name="connsiteY86" fmla="*/ 1502669 h 23029296"/>
              <a:gd name="connsiteX87" fmla="*/ 0 w 18917716"/>
              <a:gd name="connsiteY87" fmla="*/ 1358293 h 23029296"/>
              <a:gd name="connsiteX88" fmla="*/ 0 w 18917716"/>
              <a:gd name="connsiteY88" fmla="*/ 462483 h 23029296"/>
              <a:gd name="connsiteX89" fmla="*/ 0 w 18917716"/>
              <a:gd name="connsiteY89" fmla="*/ 318107 h 23029296"/>
              <a:gd name="connsiteX90" fmla="*/ 314980 w 18917716"/>
              <a:gd name="connsiteY90" fmla="*/ 0 h 23029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8917716" h="23029296">
                <a:moveTo>
                  <a:pt x="314980" y="0"/>
                </a:moveTo>
                <a:lnTo>
                  <a:pt x="17784780" y="0"/>
                </a:lnTo>
                <a:lnTo>
                  <a:pt x="18917716" y="1144180"/>
                </a:lnTo>
                <a:lnTo>
                  <a:pt x="18917716" y="1288555"/>
                </a:lnTo>
                <a:lnTo>
                  <a:pt x="18917716" y="2184364"/>
                </a:lnTo>
                <a:lnTo>
                  <a:pt x="18917716" y="2328742"/>
                </a:lnTo>
                <a:lnTo>
                  <a:pt x="18917716" y="2673624"/>
                </a:lnTo>
                <a:lnTo>
                  <a:pt x="18917716" y="2818000"/>
                </a:lnTo>
                <a:lnTo>
                  <a:pt x="18917716" y="3015721"/>
                </a:lnTo>
                <a:lnTo>
                  <a:pt x="18917716" y="3160100"/>
                </a:lnTo>
                <a:lnTo>
                  <a:pt x="18917716" y="3713808"/>
                </a:lnTo>
                <a:lnTo>
                  <a:pt x="18917716" y="3858186"/>
                </a:lnTo>
                <a:lnTo>
                  <a:pt x="18917716" y="4055906"/>
                </a:lnTo>
                <a:lnTo>
                  <a:pt x="18917716" y="4182346"/>
                </a:lnTo>
                <a:lnTo>
                  <a:pt x="18917716" y="4200284"/>
                </a:lnTo>
                <a:lnTo>
                  <a:pt x="18917716" y="4326722"/>
                </a:lnTo>
                <a:lnTo>
                  <a:pt x="18917716" y="4545165"/>
                </a:lnTo>
                <a:lnTo>
                  <a:pt x="18917716" y="4689544"/>
                </a:lnTo>
                <a:lnTo>
                  <a:pt x="18917716" y="5222530"/>
                </a:lnTo>
                <a:lnTo>
                  <a:pt x="18917716" y="5366908"/>
                </a:lnTo>
                <a:lnTo>
                  <a:pt x="18917716" y="5585351"/>
                </a:lnTo>
                <a:lnTo>
                  <a:pt x="18917716" y="5711791"/>
                </a:lnTo>
                <a:lnTo>
                  <a:pt x="18917716" y="5729729"/>
                </a:lnTo>
                <a:lnTo>
                  <a:pt x="18917716" y="5856167"/>
                </a:lnTo>
                <a:lnTo>
                  <a:pt x="18917716" y="6053887"/>
                </a:lnTo>
                <a:lnTo>
                  <a:pt x="18917716" y="6198266"/>
                </a:lnTo>
                <a:lnTo>
                  <a:pt x="18917716" y="6751975"/>
                </a:lnTo>
                <a:lnTo>
                  <a:pt x="18917716" y="6896353"/>
                </a:lnTo>
                <a:lnTo>
                  <a:pt x="18917716" y="7094073"/>
                </a:lnTo>
                <a:lnTo>
                  <a:pt x="18917716" y="7238451"/>
                </a:lnTo>
                <a:lnTo>
                  <a:pt x="18917716" y="7583332"/>
                </a:lnTo>
                <a:lnTo>
                  <a:pt x="18917716" y="7727711"/>
                </a:lnTo>
                <a:lnTo>
                  <a:pt x="18917716" y="8623518"/>
                </a:lnTo>
                <a:lnTo>
                  <a:pt x="18917716" y="8767896"/>
                </a:lnTo>
                <a:lnTo>
                  <a:pt x="18917716" y="17597268"/>
                </a:lnTo>
                <a:lnTo>
                  <a:pt x="18917716" y="17741644"/>
                </a:lnTo>
                <a:lnTo>
                  <a:pt x="18917716" y="18461684"/>
                </a:lnTo>
                <a:lnTo>
                  <a:pt x="18917716" y="19126714"/>
                </a:lnTo>
                <a:lnTo>
                  <a:pt x="18917716" y="19271090"/>
                </a:lnTo>
                <a:lnTo>
                  <a:pt x="18917716" y="19991130"/>
                </a:lnTo>
                <a:lnTo>
                  <a:pt x="18917716" y="20635436"/>
                </a:lnTo>
                <a:lnTo>
                  <a:pt x="18917716" y="20779812"/>
                </a:lnTo>
                <a:lnTo>
                  <a:pt x="18917716" y="21499852"/>
                </a:lnTo>
                <a:lnTo>
                  <a:pt x="18917716" y="22164880"/>
                </a:lnTo>
                <a:lnTo>
                  <a:pt x="18917716" y="22309256"/>
                </a:lnTo>
                <a:lnTo>
                  <a:pt x="18917716" y="23029296"/>
                </a:lnTo>
                <a:lnTo>
                  <a:pt x="0" y="23029296"/>
                </a:lnTo>
                <a:lnTo>
                  <a:pt x="0" y="22309256"/>
                </a:lnTo>
                <a:lnTo>
                  <a:pt x="0" y="22164880"/>
                </a:lnTo>
                <a:lnTo>
                  <a:pt x="0" y="21499852"/>
                </a:lnTo>
                <a:lnTo>
                  <a:pt x="0" y="20779812"/>
                </a:lnTo>
                <a:lnTo>
                  <a:pt x="0" y="20635436"/>
                </a:lnTo>
                <a:lnTo>
                  <a:pt x="0" y="19991130"/>
                </a:lnTo>
                <a:lnTo>
                  <a:pt x="0" y="19271090"/>
                </a:lnTo>
                <a:lnTo>
                  <a:pt x="0" y="19126714"/>
                </a:lnTo>
                <a:lnTo>
                  <a:pt x="0" y="18461684"/>
                </a:lnTo>
                <a:lnTo>
                  <a:pt x="0" y="17741644"/>
                </a:lnTo>
                <a:lnTo>
                  <a:pt x="0" y="17597268"/>
                </a:lnTo>
                <a:lnTo>
                  <a:pt x="0" y="7941823"/>
                </a:lnTo>
                <a:lnTo>
                  <a:pt x="0" y="7797445"/>
                </a:lnTo>
                <a:lnTo>
                  <a:pt x="0" y="6901638"/>
                </a:lnTo>
                <a:lnTo>
                  <a:pt x="0" y="6757259"/>
                </a:lnTo>
                <a:lnTo>
                  <a:pt x="0" y="6412378"/>
                </a:lnTo>
                <a:lnTo>
                  <a:pt x="0" y="6268000"/>
                </a:lnTo>
                <a:lnTo>
                  <a:pt x="0" y="6070281"/>
                </a:lnTo>
                <a:lnTo>
                  <a:pt x="0" y="5925905"/>
                </a:lnTo>
                <a:lnTo>
                  <a:pt x="0" y="5372193"/>
                </a:lnTo>
                <a:lnTo>
                  <a:pt x="0" y="5227814"/>
                </a:lnTo>
                <a:lnTo>
                  <a:pt x="0" y="5030095"/>
                </a:lnTo>
                <a:lnTo>
                  <a:pt x="0" y="4903656"/>
                </a:lnTo>
                <a:lnTo>
                  <a:pt x="0" y="4885718"/>
                </a:lnTo>
                <a:lnTo>
                  <a:pt x="0" y="4759279"/>
                </a:lnTo>
                <a:lnTo>
                  <a:pt x="0" y="4540836"/>
                </a:lnTo>
                <a:lnTo>
                  <a:pt x="0" y="4396460"/>
                </a:lnTo>
                <a:lnTo>
                  <a:pt x="0" y="3863471"/>
                </a:lnTo>
                <a:lnTo>
                  <a:pt x="0" y="3719092"/>
                </a:lnTo>
                <a:lnTo>
                  <a:pt x="0" y="3500649"/>
                </a:lnTo>
                <a:lnTo>
                  <a:pt x="0" y="3374211"/>
                </a:lnTo>
                <a:lnTo>
                  <a:pt x="0" y="3356274"/>
                </a:lnTo>
                <a:lnTo>
                  <a:pt x="0" y="3229833"/>
                </a:lnTo>
                <a:lnTo>
                  <a:pt x="0" y="3032114"/>
                </a:lnTo>
                <a:lnTo>
                  <a:pt x="0" y="2887738"/>
                </a:lnTo>
                <a:lnTo>
                  <a:pt x="0" y="2334027"/>
                </a:lnTo>
                <a:lnTo>
                  <a:pt x="0" y="2189648"/>
                </a:lnTo>
                <a:lnTo>
                  <a:pt x="0" y="1991929"/>
                </a:lnTo>
                <a:lnTo>
                  <a:pt x="0" y="1847552"/>
                </a:lnTo>
                <a:lnTo>
                  <a:pt x="0" y="1502669"/>
                </a:lnTo>
                <a:lnTo>
                  <a:pt x="0" y="1358293"/>
                </a:lnTo>
                <a:lnTo>
                  <a:pt x="0" y="462483"/>
                </a:lnTo>
                <a:lnTo>
                  <a:pt x="0" y="318107"/>
                </a:lnTo>
                <a:cubicBezTo>
                  <a:pt x="0" y="142422"/>
                  <a:pt x="141022" y="0"/>
                  <a:pt x="314980" y="0"/>
                </a:cubicBezTo>
                <a:close/>
              </a:path>
            </a:pathLst>
          </a:custGeom>
          <a:solidFill>
            <a:schemeClr val="bg1"/>
          </a:solidFill>
          <a:ln w="63500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2CDFE521-F2D1-0BC2-4005-CF5D95B1B710}"/>
              </a:ext>
            </a:extLst>
          </p:cNvPr>
          <p:cNvSpPr/>
          <p:nvPr/>
        </p:nvSpPr>
        <p:spPr>
          <a:xfrm>
            <a:off x="19128241" y="5018320"/>
            <a:ext cx="1132938" cy="1132940"/>
          </a:xfrm>
          <a:custGeom>
            <a:avLst/>
            <a:gdLst>
              <a:gd name="connsiteX0" fmla="*/ 0 w 1164628"/>
              <a:gd name="connsiteY0" fmla="*/ 0 h 1164629"/>
              <a:gd name="connsiteX1" fmla="*/ 1164628 w 1164628"/>
              <a:gd name="connsiteY1" fmla="*/ 1164629 h 1164629"/>
              <a:gd name="connsiteX2" fmla="*/ 332104 w 1164628"/>
              <a:gd name="connsiteY2" fmla="*/ 1164629 h 1164629"/>
              <a:gd name="connsiteX3" fmla="*/ 0 w 1164628"/>
              <a:gd name="connsiteY3" fmla="*/ 832523 h 116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4628" h="1164629">
                <a:moveTo>
                  <a:pt x="0" y="0"/>
                </a:moveTo>
                <a:lnTo>
                  <a:pt x="1164628" y="1164629"/>
                </a:lnTo>
                <a:lnTo>
                  <a:pt x="332104" y="1164629"/>
                </a:lnTo>
                <a:cubicBezTo>
                  <a:pt x="148688" y="1164629"/>
                  <a:pt x="0" y="1015940"/>
                  <a:pt x="0" y="832523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63500">
            <a:noFill/>
            <a:round/>
          </a:ln>
          <a:effectLst>
            <a:outerShdw blurRad="596900" algn="ctr" rotWithShape="0">
              <a:schemeClr val="accent4">
                <a:alpha val="1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D354558-61D8-D619-F9D3-66500CB19B0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accent5">
                <a:lumMod val="75000"/>
                <a:tint val="45000"/>
                <a:satMod val="400000"/>
              </a:schemeClr>
            </a:duotone>
            <a:alphaModFix amt="30000"/>
          </a:blip>
          <a:srcRect r="39616" b="30535"/>
          <a:stretch/>
        </p:blipFill>
        <p:spPr>
          <a:xfrm>
            <a:off x="14761029" y="27717793"/>
            <a:ext cx="6838496" cy="4681494"/>
          </a:xfrm>
          <a:prstGeom prst="rect">
            <a:avLst/>
          </a:prstGeom>
        </p:spPr>
      </p:pic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5273130-929D-12E7-2330-822CA23F86B3}"/>
              </a:ext>
            </a:extLst>
          </p:cNvPr>
          <p:cNvCxnSpPr>
            <a:cxnSpLocks/>
          </p:cNvCxnSpPr>
          <p:nvPr userDrawn="1"/>
        </p:nvCxnSpPr>
        <p:spPr>
          <a:xfrm>
            <a:off x="3918634" y="3858844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5AEB868-1E3E-0C23-838E-3598DF7AF97B}"/>
              </a:ext>
            </a:extLst>
          </p:cNvPr>
          <p:cNvCxnSpPr>
            <a:cxnSpLocks/>
          </p:cNvCxnSpPr>
          <p:nvPr userDrawn="1"/>
        </p:nvCxnSpPr>
        <p:spPr>
          <a:xfrm>
            <a:off x="16169307" y="3858845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텍스트 개체 틀 58">
            <a:extLst>
              <a:ext uri="{FF2B5EF4-FFF2-40B4-BE49-F238E27FC236}">
                <a16:creationId xmlns:a16="http://schemas.microsoft.com/office/drawing/2014/main" id="{E224F414-AB93-79A5-EA99-0EE4C8EF8CA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043731" y="1186933"/>
            <a:ext cx="7914555" cy="707886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40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 err="1"/>
              <a:t>마이크로디그리명</a:t>
            </a:r>
            <a:endParaRPr lang="ko-KR" altLang="en-US" dirty="0"/>
          </a:p>
        </p:txBody>
      </p:sp>
      <p:sp>
        <p:nvSpPr>
          <p:cNvPr id="61" name="텍스트 개체 틀 58">
            <a:extLst>
              <a:ext uri="{FF2B5EF4-FFF2-40B4-BE49-F238E27FC236}">
                <a16:creationId xmlns:a16="http://schemas.microsoft.com/office/drawing/2014/main" id="{DA089DD9-E553-21CF-B71E-7C073C036FC6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2127420" y="1125378"/>
            <a:ext cx="7914555" cy="830997"/>
          </a:xfrm>
        </p:spPr>
        <p:txBody>
          <a:bodyPr wrap="square" anchor="ctr">
            <a:spAutoFit/>
          </a:bodyPr>
          <a:lstStyle>
            <a:lvl1pPr marL="0" indent="0" algn="r" latinLnBrk="0">
              <a:lnSpc>
                <a:spcPct val="100000"/>
              </a:lnSpc>
              <a:spcBef>
                <a:spcPts val="0"/>
              </a:spcBef>
              <a:buNone/>
              <a:defRPr sz="48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r>
              <a:rPr lang="ko-KR" altLang="en-US" dirty="0"/>
              <a:t>교과목명</a:t>
            </a:r>
          </a:p>
        </p:txBody>
      </p:sp>
      <p:sp>
        <p:nvSpPr>
          <p:cNvPr id="62" name="텍스트 개체 틀 58">
            <a:extLst>
              <a:ext uri="{FF2B5EF4-FFF2-40B4-BE49-F238E27FC236}">
                <a16:creationId xmlns:a16="http://schemas.microsoft.com/office/drawing/2014/main" id="{407C5AC6-09BB-6242-6405-E4682EBE1097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43586" y="2140054"/>
            <a:ext cx="17711211" cy="1400383"/>
          </a:xfrm>
        </p:spPr>
        <p:txBody>
          <a:bodyPr wrap="square" anchor="t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8500">
                <a:ln>
                  <a:noFill/>
                </a:ln>
                <a:solidFill>
                  <a:schemeClr val="bg1"/>
                </a:solidFill>
                <a:latin typeface="페이퍼로지 8 ExtraBold" pitchFamily="2" charset="-127"/>
                <a:ea typeface="페이퍼로지 8 Extra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제목 </a:t>
            </a:r>
            <a:r>
              <a:rPr lang="en-US" altLang="ko-KR" dirty="0"/>
              <a:t>(</a:t>
            </a:r>
            <a:r>
              <a:rPr lang="ko-KR" altLang="en-US" dirty="0"/>
              <a:t>과제명 또는 프로젝트명</a:t>
            </a:r>
            <a:r>
              <a:rPr lang="en-US" altLang="ko-KR" dirty="0"/>
              <a:t>)</a:t>
            </a:r>
          </a:p>
        </p:txBody>
      </p:sp>
      <p:sp>
        <p:nvSpPr>
          <p:cNvPr id="63" name="텍스트 개체 틀 58">
            <a:extLst>
              <a:ext uri="{FF2B5EF4-FFF2-40B4-BE49-F238E27FC236}">
                <a16:creationId xmlns:a16="http://schemas.microsoft.com/office/drawing/2014/main" id="{98F8812B-45D7-6417-12BA-3D6957EF571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663638" y="3747572"/>
            <a:ext cx="2052165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64" name="텍스트 개체 틀 58">
            <a:extLst>
              <a:ext uri="{FF2B5EF4-FFF2-40B4-BE49-F238E27FC236}">
                <a16:creationId xmlns:a16="http://schemas.microsoft.com/office/drawing/2014/main" id="{91858DFE-5E0C-9B0B-0D21-D90091BE111A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4269130" y="3747572"/>
            <a:ext cx="1608133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</a:t>
            </a:r>
          </a:p>
        </p:txBody>
      </p:sp>
      <p:sp>
        <p:nvSpPr>
          <p:cNvPr id="65" name="텍스트 개체 틀 58">
            <a:extLst>
              <a:ext uri="{FF2B5EF4-FFF2-40B4-BE49-F238E27FC236}">
                <a16:creationId xmlns:a16="http://schemas.microsoft.com/office/drawing/2014/main" id="{A6BAC387-519C-9E0D-661E-77AB20EC998B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6461352" y="3747572"/>
            <a:ext cx="2893436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지도교수명</a:t>
            </a:r>
          </a:p>
        </p:txBody>
      </p:sp>
      <p:sp>
        <p:nvSpPr>
          <p:cNvPr id="66" name="텍스트 개체 틀 58">
            <a:extLst>
              <a:ext uri="{FF2B5EF4-FFF2-40B4-BE49-F238E27FC236}">
                <a16:creationId xmlns:a16="http://schemas.microsoft.com/office/drawing/2014/main" id="{8EFA22B7-9E7C-4C9D-389D-89B2AACD348A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121466" y="3747572"/>
            <a:ext cx="9318763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89C6032-0457-388A-85C0-F03441DADBB6}"/>
              </a:ext>
            </a:extLst>
          </p:cNvPr>
          <p:cNvSpPr/>
          <p:nvPr userDrawn="1"/>
        </p:nvSpPr>
        <p:spPr>
          <a:xfrm>
            <a:off x="1643579" y="1216008"/>
            <a:ext cx="1157154" cy="64973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MD</a:t>
            </a:r>
            <a:endParaRPr lang="ko-KR" altLang="en-US" sz="3200" dirty="0">
              <a:solidFill>
                <a:schemeClr val="bg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32A0EA-BA14-5135-0537-B4172A2A2D27}"/>
              </a:ext>
            </a:extLst>
          </p:cNvPr>
          <p:cNvSpPr/>
          <p:nvPr userDrawn="1"/>
        </p:nvSpPr>
        <p:spPr>
          <a:xfrm>
            <a:off x="934666" y="30884705"/>
            <a:ext cx="8554093" cy="83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spAutoFit/>
          </a:bodyPr>
          <a:lstStyle/>
          <a:p>
            <a:r>
              <a:rPr lang="en-US" altLang="ko-KR" sz="4800" dirty="0">
                <a:gradFill>
                  <a:gsLst>
                    <a:gs pos="19000">
                      <a:schemeClr val="accent5"/>
                    </a:gs>
                    <a:gs pos="100000">
                      <a:schemeClr val="accent4"/>
                    </a:gs>
                  </a:gsLst>
                  <a:lin ang="2700000" scaled="1"/>
                </a:gradFill>
                <a:latin typeface="+mj-ea"/>
                <a:ea typeface="+mj-ea"/>
              </a:rPr>
              <a:t>2026</a:t>
            </a:r>
            <a:r>
              <a:rPr lang="ko-KR" altLang="en-US" sz="4800" dirty="0">
                <a:gradFill>
                  <a:gsLst>
                    <a:gs pos="19000">
                      <a:schemeClr val="accent5"/>
                    </a:gs>
                    <a:gs pos="100000">
                      <a:schemeClr val="accent4"/>
                    </a:gs>
                  </a:gsLst>
                  <a:lin ang="2700000" scaled="1"/>
                </a:gradFill>
                <a:latin typeface="+mj-ea"/>
                <a:ea typeface="+mj-ea"/>
              </a:rPr>
              <a:t>년 </a:t>
            </a:r>
            <a:r>
              <a:rPr lang="en-US" altLang="ko-KR" sz="4800" dirty="0">
                <a:gradFill>
                  <a:gsLst>
                    <a:gs pos="19000">
                      <a:schemeClr val="accent5"/>
                    </a:gs>
                    <a:gs pos="100000">
                      <a:schemeClr val="accent4"/>
                    </a:gs>
                  </a:gsLst>
                  <a:lin ang="2700000" scaled="1"/>
                </a:gradFill>
                <a:latin typeface="+mj-ea"/>
                <a:ea typeface="+mj-ea"/>
              </a:rPr>
              <a:t>1</a:t>
            </a:r>
            <a:r>
              <a:rPr lang="ko-KR" altLang="en-US" sz="4800" dirty="0">
                <a:gradFill>
                  <a:gsLst>
                    <a:gs pos="19000">
                      <a:schemeClr val="accent5"/>
                    </a:gs>
                    <a:gs pos="100000">
                      <a:schemeClr val="accent4"/>
                    </a:gs>
                  </a:gsLst>
                  <a:lin ang="2700000" scaled="1"/>
                </a:gradFill>
                <a:latin typeface="+mj-ea"/>
                <a:ea typeface="+mj-ea"/>
              </a:rPr>
              <a:t>학기</a:t>
            </a:r>
            <a:r>
              <a:rPr lang="en-US" altLang="ko-KR" sz="4800" dirty="0">
                <a:gradFill>
                  <a:gsLst>
                    <a:gs pos="19000">
                      <a:schemeClr val="accent5"/>
                    </a:gs>
                    <a:gs pos="100000">
                      <a:schemeClr val="accent4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ko-KR" altLang="en-US" sz="4800" dirty="0" err="1">
                <a:gradFill>
                  <a:gsLst>
                    <a:gs pos="19000">
                      <a:schemeClr val="accent5"/>
                    </a:gs>
                    <a:gs pos="100000">
                      <a:schemeClr val="accent4"/>
                    </a:gs>
                  </a:gsLst>
                  <a:lin ang="2700000" scaled="1"/>
                </a:gradFill>
                <a:latin typeface="+mj-ea"/>
                <a:ea typeface="+mj-ea"/>
              </a:rPr>
              <a:t>마이크로디그리</a:t>
            </a:r>
            <a:r>
              <a:rPr lang="ko-KR" altLang="en-US" sz="4800" dirty="0">
                <a:gradFill>
                  <a:gsLst>
                    <a:gs pos="19000">
                      <a:schemeClr val="accent5"/>
                    </a:gs>
                    <a:gs pos="100000">
                      <a:schemeClr val="accent4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en-US" altLang="ko-KR" sz="4800" dirty="0">
                <a:gradFill>
                  <a:gsLst>
                    <a:gs pos="19000">
                      <a:schemeClr val="accent5"/>
                    </a:gs>
                    <a:gs pos="100000">
                      <a:schemeClr val="accent4"/>
                    </a:gs>
                  </a:gsLst>
                  <a:lin ang="2700000" scaled="1"/>
                </a:gradFill>
                <a:latin typeface="+mj-ea"/>
                <a:ea typeface="+mj-ea"/>
              </a:rPr>
              <a:t>EXPO</a:t>
            </a:r>
            <a:endParaRPr lang="ko-KR" altLang="en-US" sz="4800" dirty="0">
              <a:gradFill>
                <a:gsLst>
                  <a:gs pos="19000">
                    <a:schemeClr val="accent5"/>
                  </a:gs>
                  <a:gs pos="100000">
                    <a:schemeClr val="accent4"/>
                  </a:gs>
                </a:gsLst>
                <a:lin ang="2700000" scaled="1"/>
              </a:gradFill>
              <a:latin typeface="+mj-ea"/>
              <a:ea typeface="+mj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0E7674C-E607-5C4E-6009-55F4DB01F14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468" y="28619374"/>
            <a:ext cx="2590189" cy="190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4236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803">
          <p15:clr>
            <a:srgbClr val="FBAE40"/>
          </p15:clr>
        </p15:guide>
        <p15:guide id="3" orient="horz" pos="102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AAA5AD1C-9A25-5969-8CDE-4861562A31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0000"/>
            <a:duotone>
              <a:prstClr val="black"/>
              <a:schemeClr val="accent5">
                <a:lumMod val="75000"/>
                <a:tint val="45000"/>
                <a:satMod val="400000"/>
              </a:schemeClr>
            </a:duotone>
          </a:blip>
          <a:srcRect r="39616" b="30535"/>
          <a:stretch/>
        </p:blipFill>
        <p:spPr>
          <a:xfrm flipH="1">
            <a:off x="0" y="27717793"/>
            <a:ext cx="6838496" cy="4681494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A5A051FA-389B-8CA9-180B-490401DAC452}"/>
              </a:ext>
            </a:extLst>
          </p:cNvPr>
          <p:cNvSpPr/>
          <p:nvPr userDrawn="1"/>
        </p:nvSpPr>
        <p:spPr>
          <a:xfrm>
            <a:off x="1" y="0"/>
            <a:ext cx="21599524" cy="25131963"/>
          </a:xfrm>
          <a:prstGeom prst="rect">
            <a:avLst/>
          </a:prstGeom>
          <a:gradFill>
            <a:gsLst>
              <a:gs pos="21000">
                <a:schemeClr val="accent5"/>
              </a:gs>
              <a:gs pos="90000">
                <a:schemeClr val="accent4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247D5BF-47F4-B7A2-039E-DCB488291682}"/>
              </a:ext>
            </a:extLst>
          </p:cNvPr>
          <p:cNvGrpSpPr/>
          <p:nvPr userDrawn="1"/>
        </p:nvGrpSpPr>
        <p:grpSpPr>
          <a:xfrm>
            <a:off x="-2" y="2"/>
            <a:ext cx="21599529" cy="22772438"/>
            <a:chOff x="-5" y="2"/>
            <a:chExt cx="21599529" cy="22772438"/>
          </a:xfrm>
        </p:grpSpPr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DBA25FAB-024A-81F6-42CA-937B71DB7C61}"/>
                </a:ext>
              </a:extLst>
            </p:cNvPr>
            <p:cNvSpPr/>
            <p:nvPr/>
          </p:nvSpPr>
          <p:spPr>
            <a:xfrm>
              <a:off x="16873202" y="13616595"/>
              <a:ext cx="4726322" cy="9155845"/>
            </a:xfrm>
            <a:custGeom>
              <a:avLst/>
              <a:gdLst>
                <a:gd name="connsiteX0" fmla="*/ 4726322 w 4726322"/>
                <a:gd name="connsiteY0" fmla="*/ 0 h 9155845"/>
                <a:gd name="connsiteX1" fmla="*/ 4726322 w 4726322"/>
                <a:gd name="connsiteY1" fmla="*/ 8718790 h 9155845"/>
                <a:gd name="connsiteX2" fmla="*/ 4585142 w 4726322"/>
                <a:gd name="connsiteY2" fmla="*/ 8801870 h 9155845"/>
                <a:gd name="connsiteX3" fmla="*/ 915276 w 4726322"/>
                <a:gd name="connsiteY3" fmla="*/ 8236008 h 9155845"/>
                <a:gd name="connsiteX4" fmla="*/ 909660 w 4726322"/>
                <a:gd name="connsiteY4" fmla="*/ 3816662 h 9155845"/>
                <a:gd name="connsiteX5" fmla="*/ 4715010 w 4726322"/>
                <a:gd name="connsiteY5" fmla="*/ 11313 h 9155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26322" h="9155845">
                  <a:moveTo>
                    <a:pt x="4726322" y="0"/>
                  </a:moveTo>
                  <a:lnTo>
                    <a:pt x="4726322" y="8718790"/>
                  </a:lnTo>
                  <a:lnTo>
                    <a:pt x="4585142" y="8801870"/>
                  </a:lnTo>
                  <a:cubicBezTo>
                    <a:pt x="3406780" y="9418040"/>
                    <a:pt x="1909268" y="9230000"/>
                    <a:pt x="915276" y="8236008"/>
                  </a:cubicBezTo>
                  <a:cubicBezTo>
                    <a:pt x="-302890" y="7017842"/>
                    <a:pt x="-305414" y="5031736"/>
                    <a:pt x="909660" y="3816662"/>
                  </a:cubicBezTo>
                  <a:cubicBezTo>
                    <a:pt x="909660" y="3816662"/>
                    <a:pt x="909660" y="3816662"/>
                    <a:pt x="4715010" y="11313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57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/>
            </a:p>
          </p:txBody>
        </p:sp>
        <p:sp>
          <p:nvSpPr>
            <p:cNvPr id="5" name="자유형: 도형 4">
              <a:extLst>
                <a:ext uri="{FF2B5EF4-FFF2-40B4-BE49-F238E27FC236}">
                  <a16:creationId xmlns:a16="http://schemas.microsoft.com/office/drawing/2014/main" id="{D9F5731D-C7D0-5328-45DF-0A7CB270B928}"/>
                </a:ext>
              </a:extLst>
            </p:cNvPr>
            <p:cNvSpPr/>
            <p:nvPr/>
          </p:nvSpPr>
          <p:spPr>
            <a:xfrm>
              <a:off x="1" y="2"/>
              <a:ext cx="2399449" cy="3526970"/>
            </a:xfrm>
            <a:custGeom>
              <a:avLst/>
              <a:gdLst>
                <a:gd name="connsiteX0" fmla="*/ 0 w 4007903"/>
                <a:gd name="connsiteY0" fmla="*/ 0 h 5891251"/>
                <a:gd name="connsiteX1" fmla="*/ 3910401 w 4007903"/>
                <a:gd name="connsiteY1" fmla="*/ 0 h 5891251"/>
                <a:gd name="connsiteX2" fmla="*/ 3956225 w 4007903"/>
                <a:gd name="connsiteY2" fmla="*/ 187496 h 5891251"/>
                <a:gd name="connsiteX3" fmla="*/ 3194454 w 4007903"/>
                <a:gd name="connsiteY3" fmla="*/ 2696797 h 5891251"/>
                <a:gd name="connsiteX4" fmla="*/ 131606 w 4007903"/>
                <a:gd name="connsiteY4" fmla="*/ 5759646 h 5891251"/>
                <a:gd name="connsiteX5" fmla="*/ 0 w 4007903"/>
                <a:gd name="connsiteY5" fmla="*/ 5891251 h 5891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07903" h="5891251">
                  <a:moveTo>
                    <a:pt x="0" y="0"/>
                  </a:moveTo>
                  <a:lnTo>
                    <a:pt x="3910401" y="0"/>
                  </a:lnTo>
                  <a:lnTo>
                    <a:pt x="3956225" y="187496"/>
                  </a:lnTo>
                  <a:cubicBezTo>
                    <a:pt x="4127336" y="1069268"/>
                    <a:pt x="3873555" y="2017697"/>
                    <a:pt x="3194454" y="2696797"/>
                  </a:cubicBezTo>
                  <a:cubicBezTo>
                    <a:pt x="3194454" y="2696797"/>
                    <a:pt x="3194454" y="2696797"/>
                    <a:pt x="131606" y="5759646"/>
                  </a:cubicBezTo>
                  <a:lnTo>
                    <a:pt x="0" y="5891251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16000"/>
                  </a:schemeClr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729CFD5-EC38-93C8-F697-93CD4091E8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644848" y="2450291"/>
              <a:ext cx="411633" cy="1639997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5D67018-1C43-61F0-1DBD-5C36E99C5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30000"/>
            </a:blip>
            <a:srcRect r="-361" b="61544"/>
            <a:stretch/>
          </p:blipFill>
          <p:spPr>
            <a:xfrm rot="5400000">
              <a:off x="-5233351" y="12142425"/>
              <a:ext cx="13558236" cy="3091543"/>
            </a:xfrm>
            <a:prstGeom prst="rect">
              <a:avLst/>
            </a:prstGeom>
          </p:spPr>
        </p:pic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2B785AC1-9B2E-48A9-3A98-579CCD956922}"/>
              </a:ext>
            </a:extLst>
          </p:cNvPr>
          <p:cNvGrpSpPr/>
          <p:nvPr userDrawn="1"/>
        </p:nvGrpSpPr>
        <p:grpSpPr>
          <a:xfrm>
            <a:off x="615593" y="24408212"/>
            <a:ext cx="20368338" cy="723751"/>
            <a:chOff x="615593" y="24766459"/>
            <a:chExt cx="20368338" cy="723751"/>
          </a:xfrm>
        </p:grpSpPr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4F7C9DEE-6D63-C982-63A6-C2294BB4054F}"/>
                </a:ext>
              </a:extLst>
            </p:cNvPr>
            <p:cNvSpPr/>
            <p:nvPr/>
          </p:nvSpPr>
          <p:spPr>
            <a:xfrm flipH="1" flipV="1">
              <a:off x="20260180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0FF9B7D0-C2BD-0E40-1375-ED6ED90B6BB6}"/>
                </a:ext>
              </a:extLst>
            </p:cNvPr>
            <p:cNvSpPr/>
            <p:nvPr/>
          </p:nvSpPr>
          <p:spPr>
            <a:xfrm flipV="1">
              <a:off x="615593" y="24766459"/>
              <a:ext cx="723751" cy="723751"/>
            </a:xfrm>
            <a:custGeom>
              <a:avLst/>
              <a:gdLst>
                <a:gd name="connsiteX0" fmla="*/ 0 w 3431590"/>
                <a:gd name="connsiteY0" fmla="*/ 0 h 3431589"/>
                <a:gd name="connsiteX1" fmla="*/ 3431590 w 3431590"/>
                <a:gd name="connsiteY1" fmla="*/ 0 h 3431589"/>
                <a:gd name="connsiteX2" fmla="*/ 3431590 w 3431590"/>
                <a:gd name="connsiteY2" fmla="*/ 3431589 h 3431589"/>
                <a:gd name="connsiteX3" fmla="*/ 0 w 3431590"/>
                <a:gd name="connsiteY3" fmla="*/ 0 h 343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31590" h="3431589">
                  <a:moveTo>
                    <a:pt x="0" y="0"/>
                  </a:moveTo>
                  <a:lnTo>
                    <a:pt x="3431590" y="0"/>
                  </a:lnTo>
                  <a:lnTo>
                    <a:pt x="3431590" y="3431589"/>
                  </a:lnTo>
                  <a:cubicBezTo>
                    <a:pt x="3431590" y="1536375"/>
                    <a:pt x="1895214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6DD2593D-29CC-FBC6-14E1-11CD7CC7186F}"/>
              </a:ext>
            </a:extLst>
          </p:cNvPr>
          <p:cNvSpPr/>
          <p:nvPr/>
        </p:nvSpPr>
        <p:spPr>
          <a:xfrm>
            <a:off x="1340904" y="5018320"/>
            <a:ext cx="18917716" cy="23029296"/>
          </a:xfrm>
          <a:custGeom>
            <a:avLst/>
            <a:gdLst>
              <a:gd name="connsiteX0" fmla="*/ 314980 w 18917716"/>
              <a:gd name="connsiteY0" fmla="*/ 0 h 23029296"/>
              <a:gd name="connsiteX1" fmla="*/ 17784780 w 18917716"/>
              <a:gd name="connsiteY1" fmla="*/ 0 h 23029296"/>
              <a:gd name="connsiteX2" fmla="*/ 18917716 w 18917716"/>
              <a:gd name="connsiteY2" fmla="*/ 1144180 h 23029296"/>
              <a:gd name="connsiteX3" fmla="*/ 18917716 w 18917716"/>
              <a:gd name="connsiteY3" fmla="*/ 1288555 h 23029296"/>
              <a:gd name="connsiteX4" fmla="*/ 18917716 w 18917716"/>
              <a:gd name="connsiteY4" fmla="*/ 2184364 h 23029296"/>
              <a:gd name="connsiteX5" fmla="*/ 18917716 w 18917716"/>
              <a:gd name="connsiteY5" fmla="*/ 2328742 h 23029296"/>
              <a:gd name="connsiteX6" fmla="*/ 18917716 w 18917716"/>
              <a:gd name="connsiteY6" fmla="*/ 2673624 h 23029296"/>
              <a:gd name="connsiteX7" fmla="*/ 18917716 w 18917716"/>
              <a:gd name="connsiteY7" fmla="*/ 2818000 h 23029296"/>
              <a:gd name="connsiteX8" fmla="*/ 18917716 w 18917716"/>
              <a:gd name="connsiteY8" fmla="*/ 3015721 h 23029296"/>
              <a:gd name="connsiteX9" fmla="*/ 18917716 w 18917716"/>
              <a:gd name="connsiteY9" fmla="*/ 3160100 h 23029296"/>
              <a:gd name="connsiteX10" fmla="*/ 18917716 w 18917716"/>
              <a:gd name="connsiteY10" fmla="*/ 3713808 h 23029296"/>
              <a:gd name="connsiteX11" fmla="*/ 18917716 w 18917716"/>
              <a:gd name="connsiteY11" fmla="*/ 3858186 h 23029296"/>
              <a:gd name="connsiteX12" fmla="*/ 18917716 w 18917716"/>
              <a:gd name="connsiteY12" fmla="*/ 4055906 h 23029296"/>
              <a:gd name="connsiteX13" fmla="*/ 18917716 w 18917716"/>
              <a:gd name="connsiteY13" fmla="*/ 4182346 h 23029296"/>
              <a:gd name="connsiteX14" fmla="*/ 18917716 w 18917716"/>
              <a:gd name="connsiteY14" fmla="*/ 4200284 h 23029296"/>
              <a:gd name="connsiteX15" fmla="*/ 18917716 w 18917716"/>
              <a:gd name="connsiteY15" fmla="*/ 4326722 h 23029296"/>
              <a:gd name="connsiteX16" fmla="*/ 18917716 w 18917716"/>
              <a:gd name="connsiteY16" fmla="*/ 4545165 h 23029296"/>
              <a:gd name="connsiteX17" fmla="*/ 18917716 w 18917716"/>
              <a:gd name="connsiteY17" fmla="*/ 4689544 h 23029296"/>
              <a:gd name="connsiteX18" fmla="*/ 18917716 w 18917716"/>
              <a:gd name="connsiteY18" fmla="*/ 5222530 h 23029296"/>
              <a:gd name="connsiteX19" fmla="*/ 18917716 w 18917716"/>
              <a:gd name="connsiteY19" fmla="*/ 5366908 h 23029296"/>
              <a:gd name="connsiteX20" fmla="*/ 18917716 w 18917716"/>
              <a:gd name="connsiteY20" fmla="*/ 5585351 h 23029296"/>
              <a:gd name="connsiteX21" fmla="*/ 18917716 w 18917716"/>
              <a:gd name="connsiteY21" fmla="*/ 5711791 h 23029296"/>
              <a:gd name="connsiteX22" fmla="*/ 18917716 w 18917716"/>
              <a:gd name="connsiteY22" fmla="*/ 5729729 h 23029296"/>
              <a:gd name="connsiteX23" fmla="*/ 18917716 w 18917716"/>
              <a:gd name="connsiteY23" fmla="*/ 5856167 h 23029296"/>
              <a:gd name="connsiteX24" fmla="*/ 18917716 w 18917716"/>
              <a:gd name="connsiteY24" fmla="*/ 6053887 h 23029296"/>
              <a:gd name="connsiteX25" fmla="*/ 18917716 w 18917716"/>
              <a:gd name="connsiteY25" fmla="*/ 6198266 h 23029296"/>
              <a:gd name="connsiteX26" fmla="*/ 18917716 w 18917716"/>
              <a:gd name="connsiteY26" fmla="*/ 6751975 h 23029296"/>
              <a:gd name="connsiteX27" fmla="*/ 18917716 w 18917716"/>
              <a:gd name="connsiteY27" fmla="*/ 6896353 h 23029296"/>
              <a:gd name="connsiteX28" fmla="*/ 18917716 w 18917716"/>
              <a:gd name="connsiteY28" fmla="*/ 7094073 h 23029296"/>
              <a:gd name="connsiteX29" fmla="*/ 18917716 w 18917716"/>
              <a:gd name="connsiteY29" fmla="*/ 7238451 h 23029296"/>
              <a:gd name="connsiteX30" fmla="*/ 18917716 w 18917716"/>
              <a:gd name="connsiteY30" fmla="*/ 7583332 h 23029296"/>
              <a:gd name="connsiteX31" fmla="*/ 18917716 w 18917716"/>
              <a:gd name="connsiteY31" fmla="*/ 7727711 h 23029296"/>
              <a:gd name="connsiteX32" fmla="*/ 18917716 w 18917716"/>
              <a:gd name="connsiteY32" fmla="*/ 8623518 h 23029296"/>
              <a:gd name="connsiteX33" fmla="*/ 18917716 w 18917716"/>
              <a:gd name="connsiteY33" fmla="*/ 8767896 h 23029296"/>
              <a:gd name="connsiteX34" fmla="*/ 18917716 w 18917716"/>
              <a:gd name="connsiteY34" fmla="*/ 17597268 h 23029296"/>
              <a:gd name="connsiteX35" fmla="*/ 18917716 w 18917716"/>
              <a:gd name="connsiteY35" fmla="*/ 17741644 h 23029296"/>
              <a:gd name="connsiteX36" fmla="*/ 18917716 w 18917716"/>
              <a:gd name="connsiteY36" fmla="*/ 18461684 h 23029296"/>
              <a:gd name="connsiteX37" fmla="*/ 18917716 w 18917716"/>
              <a:gd name="connsiteY37" fmla="*/ 19126714 h 23029296"/>
              <a:gd name="connsiteX38" fmla="*/ 18917716 w 18917716"/>
              <a:gd name="connsiteY38" fmla="*/ 19271090 h 23029296"/>
              <a:gd name="connsiteX39" fmla="*/ 18917716 w 18917716"/>
              <a:gd name="connsiteY39" fmla="*/ 19991130 h 23029296"/>
              <a:gd name="connsiteX40" fmla="*/ 18917716 w 18917716"/>
              <a:gd name="connsiteY40" fmla="*/ 20635436 h 23029296"/>
              <a:gd name="connsiteX41" fmla="*/ 18917716 w 18917716"/>
              <a:gd name="connsiteY41" fmla="*/ 20779812 h 23029296"/>
              <a:gd name="connsiteX42" fmla="*/ 18917716 w 18917716"/>
              <a:gd name="connsiteY42" fmla="*/ 21499852 h 23029296"/>
              <a:gd name="connsiteX43" fmla="*/ 18917716 w 18917716"/>
              <a:gd name="connsiteY43" fmla="*/ 22164880 h 23029296"/>
              <a:gd name="connsiteX44" fmla="*/ 18917716 w 18917716"/>
              <a:gd name="connsiteY44" fmla="*/ 22309256 h 23029296"/>
              <a:gd name="connsiteX45" fmla="*/ 18917716 w 18917716"/>
              <a:gd name="connsiteY45" fmla="*/ 23029296 h 23029296"/>
              <a:gd name="connsiteX46" fmla="*/ 0 w 18917716"/>
              <a:gd name="connsiteY46" fmla="*/ 23029296 h 23029296"/>
              <a:gd name="connsiteX47" fmla="*/ 0 w 18917716"/>
              <a:gd name="connsiteY47" fmla="*/ 22309256 h 23029296"/>
              <a:gd name="connsiteX48" fmla="*/ 0 w 18917716"/>
              <a:gd name="connsiteY48" fmla="*/ 22164880 h 23029296"/>
              <a:gd name="connsiteX49" fmla="*/ 0 w 18917716"/>
              <a:gd name="connsiteY49" fmla="*/ 21499852 h 23029296"/>
              <a:gd name="connsiteX50" fmla="*/ 0 w 18917716"/>
              <a:gd name="connsiteY50" fmla="*/ 20779812 h 23029296"/>
              <a:gd name="connsiteX51" fmla="*/ 0 w 18917716"/>
              <a:gd name="connsiteY51" fmla="*/ 20635436 h 23029296"/>
              <a:gd name="connsiteX52" fmla="*/ 0 w 18917716"/>
              <a:gd name="connsiteY52" fmla="*/ 19991130 h 23029296"/>
              <a:gd name="connsiteX53" fmla="*/ 0 w 18917716"/>
              <a:gd name="connsiteY53" fmla="*/ 19271090 h 23029296"/>
              <a:gd name="connsiteX54" fmla="*/ 0 w 18917716"/>
              <a:gd name="connsiteY54" fmla="*/ 19126714 h 23029296"/>
              <a:gd name="connsiteX55" fmla="*/ 0 w 18917716"/>
              <a:gd name="connsiteY55" fmla="*/ 18461684 h 23029296"/>
              <a:gd name="connsiteX56" fmla="*/ 0 w 18917716"/>
              <a:gd name="connsiteY56" fmla="*/ 17741644 h 23029296"/>
              <a:gd name="connsiteX57" fmla="*/ 0 w 18917716"/>
              <a:gd name="connsiteY57" fmla="*/ 17597268 h 23029296"/>
              <a:gd name="connsiteX58" fmla="*/ 0 w 18917716"/>
              <a:gd name="connsiteY58" fmla="*/ 7941823 h 23029296"/>
              <a:gd name="connsiteX59" fmla="*/ 0 w 18917716"/>
              <a:gd name="connsiteY59" fmla="*/ 7797445 h 23029296"/>
              <a:gd name="connsiteX60" fmla="*/ 0 w 18917716"/>
              <a:gd name="connsiteY60" fmla="*/ 6901638 h 23029296"/>
              <a:gd name="connsiteX61" fmla="*/ 0 w 18917716"/>
              <a:gd name="connsiteY61" fmla="*/ 6757259 h 23029296"/>
              <a:gd name="connsiteX62" fmla="*/ 0 w 18917716"/>
              <a:gd name="connsiteY62" fmla="*/ 6412378 h 23029296"/>
              <a:gd name="connsiteX63" fmla="*/ 0 w 18917716"/>
              <a:gd name="connsiteY63" fmla="*/ 6268000 h 23029296"/>
              <a:gd name="connsiteX64" fmla="*/ 0 w 18917716"/>
              <a:gd name="connsiteY64" fmla="*/ 6070281 h 23029296"/>
              <a:gd name="connsiteX65" fmla="*/ 0 w 18917716"/>
              <a:gd name="connsiteY65" fmla="*/ 5925905 h 23029296"/>
              <a:gd name="connsiteX66" fmla="*/ 0 w 18917716"/>
              <a:gd name="connsiteY66" fmla="*/ 5372193 h 23029296"/>
              <a:gd name="connsiteX67" fmla="*/ 0 w 18917716"/>
              <a:gd name="connsiteY67" fmla="*/ 5227814 h 23029296"/>
              <a:gd name="connsiteX68" fmla="*/ 0 w 18917716"/>
              <a:gd name="connsiteY68" fmla="*/ 5030095 h 23029296"/>
              <a:gd name="connsiteX69" fmla="*/ 0 w 18917716"/>
              <a:gd name="connsiteY69" fmla="*/ 4903656 h 23029296"/>
              <a:gd name="connsiteX70" fmla="*/ 0 w 18917716"/>
              <a:gd name="connsiteY70" fmla="*/ 4885718 h 23029296"/>
              <a:gd name="connsiteX71" fmla="*/ 0 w 18917716"/>
              <a:gd name="connsiteY71" fmla="*/ 4759279 h 23029296"/>
              <a:gd name="connsiteX72" fmla="*/ 0 w 18917716"/>
              <a:gd name="connsiteY72" fmla="*/ 4540836 h 23029296"/>
              <a:gd name="connsiteX73" fmla="*/ 0 w 18917716"/>
              <a:gd name="connsiteY73" fmla="*/ 4396460 h 23029296"/>
              <a:gd name="connsiteX74" fmla="*/ 0 w 18917716"/>
              <a:gd name="connsiteY74" fmla="*/ 3863471 h 23029296"/>
              <a:gd name="connsiteX75" fmla="*/ 0 w 18917716"/>
              <a:gd name="connsiteY75" fmla="*/ 3719092 h 23029296"/>
              <a:gd name="connsiteX76" fmla="*/ 0 w 18917716"/>
              <a:gd name="connsiteY76" fmla="*/ 3500649 h 23029296"/>
              <a:gd name="connsiteX77" fmla="*/ 0 w 18917716"/>
              <a:gd name="connsiteY77" fmla="*/ 3374211 h 23029296"/>
              <a:gd name="connsiteX78" fmla="*/ 0 w 18917716"/>
              <a:gd name="connsiteY78" fmla="*/ 3356274 h 23029296"/>
              <a:gd name="connsiteX79" fmla="*/ 0 w 18917716"/>
              <a:gd name="connsiteY79" fmla="*/ 3229833 h 23029296"/>
              <a:gd name="connsiteX80" fmla="*/ 0 w 18917716"/>
              <a:gd name="connsiteY80" fmla="*/ 3032114 h 23029296"/>
              <a:gd name="connsiteX81" fmla="*/ 0 w 18917716"/>
              <a:gd name="connsiteY81" fmla="*/ 2887738 h 23029296"/>
              <a:gd name="connsiteX82" fmla="*/ 0 w 18917716"/>
              <a:gd name="connsiteY82" fmla="*/ 2334027 h 23029296"/>
              <a:gd name="connsiteX83" fmla="*/ 0 w 18917716"/>
              <a:gd name="connsiteY83" fmla="*/ 2189648 h 23029296"/>
              <a:gd name="connsiteX84" fmla="*/ 0 w 18917716"/>
              <a:gd name="connsiteY84" fmla="*/ 1991929 h 23029296"/>
              <a:gd name="connsiteX85" fmla="*/ 0 w 18917716"/>
              <a:gd name="connsiteY85" fmla="*/ 1847552 h 23029296"/>
              <a:gd name="connsiteX86" fmla="*/ 0 w 18917716"/>
              <a:gd name="connsiteY86" fmla="*/ 1502669 h 23029296"/>
              <a:gd name="connsiteX87" fmla="*/ 0 w 18917716"/>
              <a:gd name="connsiteY87" fmla="*/ 1358293 h 23029296"/>
              <a:gd name="connsiteX88" fmla="*/ 0 w 18917716"/>
              <a:gd name="connsiteY88" fmla="*/ 462483 h 23029296"/>
              <a:gd name="connsiteX89" fmla="*/ 0 w 18917716"/>
              <a:gd name="connsiteY89" fmla="*/ 318107 h 23029296"/>
              <a:gd name="connsiteX90" fmla="*/ 314980 w 18917716"/>
              <a:gd name="connsiteY90" fmla="*/ 0 h 23029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8917716" h="23029296">
                <a:moveTo>
                  <a:pt x="314980" y="0"/>
                </a:moveTo>
                <a:lnTo>
                  <a:pt x="17784780" y="0"/>
                </a:lnTo>
                <a:lnTo>
                  <a:pt x="18917716" y="1144180"/>
                </a:lnTo>
                <a:lnTo>
                  <a:pt x="18917716" y="1288555"/>
                </a:lnTo>
                <a:lnTo>
                  <a:pt x="18917716" y="2184364"/>
                </a:lnTo>
                <a:lnTo>
                  <a:pt x="18917716" y="2328742"/>
                </a:lnTo>
                <a:lnTo>
                  <a:pt x="18917716" y="2673624"/>
                </a:lnTo>
                <a:lnTo>
                  <a:pt x="18917716" y="2818000"/>
                </a:lnTo>
                <a:lnTo>
                  <a:pt x="18917716" y="3015721"/>
                </a:lnTo>
                <a:lnTo>
                  <a:pt x="18917716" y="3160100"/>
                </a:lnTo>
                <a:lnTo>
                  <a:pt x="18917716" y="3713808"/>
                </a:lnTo>
                <a:lnTo>
                  <a:pt x="18917716" y="3858186"/>
                </a:lnTo>
                <a:lnTo>
                  <a:pt x="18917716" y="4055906"/>
                </a:lnTo>
                <a:lnTo>
                  <a:pt x="18917716" y="4182346"/>
                </a:lnTo>
                <a:lnTo>
                  <a:pt x="18917716" y="4200284"/>
                </a:lnTo>
                <a:lnTo>
                  <a:pt x="18917716" y="4326722"/>
                </a:lnTo>
                <a:lnTo>
                  <a:pt x="18917716" y="4545165"/>
                </a:lnTo>
                <a:lnTo>
                  <a:pt x="18917716" y="4689544"/>
                </a:lnTo>
                <a:lnTo>
                  <a:pt x="18917716" y="5222530"/>
                </a:lnTo>
                <a:lnTo>
                  <a:pt x="18917716" y="5366908"/>
                </a:lnTo>
                <a:lnTo>
                  <a:pt x="18917716" y="5585351"/>
                </a:lnTo>
                <a:lnTo>
                  <a:pt x="18917716" y="5711791"/>
                </a:lnTo>
                <a:lnTo>
                  <a:pt x="18917716" y="5729729"/>
                </a:lnTo>
                <a:lnTo>
                  <a:pt x="18917716" y="5856167"/>
                </a:lnTo>
                <a:lnTo>
                  <a:pt x="18917716" y="6053887"/>
                </a:lnTo>
                <a:lnTo>
                  <a:pt x="18917716" y="6198266"/>
                </a:lnTo>
                <a:lnTo>
                  <a:pt x="18917716" y="6751975"/>
                </a:lnTo>
                <a:lnTo>
                  <a:pt x="18917716" y="6896353"/>
                </a:lnTo>
                <a:lnTo>
                  <a:pt x="18917716" y="7094073"/>
                </a:lnTo>
                <a:lnTo>
                  <a:pt x="18917716" y="7238451"/>
                </a:lnTo>
                <a:lnTo>
                  <a:pt x="18917716" y="7583332"/>
                </a:lnTo>
                <a:lnTo>
                  <a:pt x="18917716" y="7727711"/>
                </a:lnTo>
                <a:lnTo>
                  <a:pt x="18917716" y="8623518"/>
                </a:lnTo>
                <a:lnTo>
                  <a:pt x="18917716" y="8767896"/>
                </a:lnTo>
                <a:lnTo>
                  <a:pt x="18917716" y="17597268"/>
                </a:lnTo>
                <a:lnTo>
                  <a:pt x="18917716" y="17741644"/>
                </a:lnTo>
                <a:lnTo>
                  <a:pt x="18917716" y="18461684"/>
                </a:lnTo>
                <a:lnTo>
                  <a:pt x="18917716" y="19126714"/>
                </a:lnTo>
                <a:lnTo>
                  <a:pt x="18917716" y="19271090"/>
                </a:lnTo>
                <a:lnTo>
                  <a:pt x="18917716" y="19991130"/>
                </a:lnTo>
                <a:lnTo>
                  <a:pt x="18917716" y="20635436"/>
                </a:lnTo>
                <a:lnTo>
                  <a:pt x="18917716" y="20779812"/>
                </a:lnTo>
                <a:lnTo>
                  <a:pt x="18917716" y="21499852"/>
                </a:lnTo>
                <a:lnTo>
                  <a:pt x="18917716" y="22164880"/>
                </a:lnTo>
                <a:lnTo>
                  <a:pt x="18917716" y="22309256"/>
                </a:lnTo>
                <a:lnTo>
                  <a:pt x="18917716" y="23029296"/>
                </a:lnTo>
                <a:lnTo>
                  <a:pt x="0" y="23029296"/>
                </a:lnTo>
                <a:lnTo>
                  <a:pt x="0" y="22309256"/>
                </a:lnTo>
                <a:lnTo>
                  <a:pt x="0" y="22164880"/>
                </a:lnTo>
                <a:lnTo>
                  <a:pt x="0" y="21499852"/>
                </a:lnTo>
                <a:lnTo>
                  <a:pt x="0" y="20779812"/>
                </a:lnTo>
                <a:lnTo>
                  <a:pt x="0" y="20635436"/>
                </a:lnTo>
                <a:lnTo>
                  <a:pt x="0" y="19991130"/>
                </a:lnTo>
                <a:lnTo>
                  <a:pt x="0" y="19271090"/>
                </a:lnTo>
                <a:lnTo>
                  <a:pt x="0" y="19126714"/>
                </a:lnTo>
                <a:lnTo>
                  <a:pt x="0" y="18461684"/>
                </a:lnTo>
                <a:lnTo>
                  <a:pt x="0" y="17741644"/>
                </a:lnTo>
                <a:lnTo>
                  <a:pt x="0" y="17597268"/>
                </a:lnTo>
                <a:lnTo>
                  <a:pt x="0" y="7941823"/>
                </a:lnTo>
                <a:lnTo>
                  <a:pt x="0" y="7797445"/>
                </a:lnTo>
                <a:lnTo>
                  <a:pt x="0" y="6901638"/>
                </a:lnTo>
                <a:lnTo>
                  <a:pt x="0" y="6757259"/>
                </a:lnTo>
                <a:lnTo>
                  <a:pt x="0" y="6412378"/>
                </a:lnTo>
                <a:lnTo>
                  <a:pt x="0" y="6268000"/>
                </a:lnTo>
                <a:lnTo>
                  <a:pt x="0" y="6070281"/>
                </a:lnTo>
                <a:lnTo>
                  <a:pt x="0" y="5925905"/>
                </a:lnTo>
                <a:lnTo>
                  <a:pt x="0" y="5372193"/>
                </a:lnTo>
                <a:lnTo>
                  <a:pt x="0" y="5227814"/>
                </a:lnTo>
                <a:lnTo>
                  <a:pt x="0" y="5030095"/>
                </a:lnTo>
                <a:lnTo>
                  <a:pt x="0" y="4903656"/>
                </a:lnTo>
                <a:lnTo>
                  <a:pt x="0" y="4885718"/>
                </a:lnTo>
                <a:lnTo>
                  <a:pt x="0" y="4759279"/>
                </a:lnTo>
                <a:lnTo>
                  <a:pt x="0" y="4540836"/>
                </a:lnTo>
                <a:lnTo>
                  <a:pt x="0" y="4396460"/>
                </a:lnTo>
                <a:lnTo>
                  <a:pt x="0" y="3863471"/>
                </a:lnTo>
                <a:lnTo>
                  <a:pt x="0" y="3719092"/>
                </a:lnTo>
                <a:lnTo>
                  <a:pt x="0" y="3500649"/>
                </a:lnTo>
                <a:lnTo>
                  <a:pt x="0" y="3374211"/>
                </a:lnTo>
                <a:lnTo>
                  <a:pt x="0" y="3356274"/>
                </a:lnTo>
                <a:lnTo>
                  <a:pt x="0" y="3229833"/>
                </a:lnTo>
                <a:lnTo>
                  <a:pt x="0" y="3032114"/>
                </a:lnTo>
                <a:lnTo>
                  <a:pt x="0" y="2887738"/>
                </a:lnTo>
                <a:lnTo>
                  <a:pt x="0" y="2334027"/>
                </a:lnTo>
                <a:lnTo>
                  <a:pt x="0" y="2189648"/>
                </a:lnTo>
                <a:lnTo>
                  <a:pt x="0" y="1991929"/>
                </a:lnTo>
                <a:lnTo>
                  <a:pt x="0" y="1847552"/>
                </a:lnTo>
                <a:lnTo>
                  <a:pt x="0" y="1502669"/>
                </a:lnTo>
                <a:lnTo>
                  <a:pt x="0" y="1358293"/>
                </a:lnTo>
                <a:lnTo>
                  <a:pt x="0" y="462483"/>
                </a:lnTo>
                <a:lnTo>
                  <a:pt x="0" y="318107"/>
                </a:lnTo>
                <a:cubicBezTo>
                  <a:pt x="0" y="142422"/>
                  <a:pt x="141022" y="0"/>
                  <a:pt x="314980" y="0"/>
                </a:cubicBezTo>
                <a:close/>
              </a:path>
            </a:pathLst>
          </a:custGeom>
          <a:solidFill>
            <a:schemeClr val="bg1"/>
          </a:solidFill>
          <a:ln w="63500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2CDFE521-F2D1-0BC2-4005-CF5D95B1B710}"/>
              </a:ext>
            </a:extLst>
          </p:cNvPr>
          <p:cNvSpPr/>
          <p:nvPr/>
        </p:nvSpPr>
        <p:spPr>
          <a:xfrm>
            <a:off x="19128241" y="5018320"/>
            <a:ext cx="1132938" cy="1132940"/>
          </a:xfrm>
          <a:custGeom>
            <a:avLst/>
            <a:gdLst>
              <a:gd name="connsiteX0" fmla="*/ 0 w 1164628"/>
              <a:gd name="connsiteY0" fmla="*/ 0 h 1164629"/>
              <a:gd name="connsiteX1" fmla="*/ 1164628 w 1164628"/>
              <a:gd name="connsiteY1" fmla="*/ 1164629 h 1164629"/>
              <a:gd name="connsiteX2" fmla="*/ 332104 w 1164628"/>
              <a:gd name="connsiteY2" fmla="*/ 1164629 h 1164629"/>
              <a:gd name="connsiteX3" fmla="*/ 0 w 1164628"/>
              <a:gd name="connsiteY3" fmla="*/ 832523 h 116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4628" h="1164629">
                <a:moveTo>
                  <a:pt x="0" y="0"/>
                </a:moveTo>
                <a:lnTo>
                  <a:pt x="1164628" y="1164629"/>
                </a:lnTo>
                <a:lnTo>
                  <a:pt x="332104" y="1164629"/>
                </a:lnTo>
                <a:cubicBezTo>
                  <a:pt x="148688" y="1164629"/>
                  <a:pt x="0" y="1015940"/>
                  <a:pt x="0" y="832523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63500">
            <a:noFill/>
            <a:round/>
          </a:ln>
          <a:effectLst>
            <a:outerShdw blurRad="596900" algn="ctr" rotWithShape="0">
              <a:schemeClr val="accent4">
                <a:alpha val="1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ko-KR" altLang="en-US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5273130-929D-12E7-2330-822CA23F86B3}"/>
              </a:ext>
            </a:extLst>
          </p:cNvPr>
          <p:cNvCxnSpPr>
            <a:cxnSpLocks/>
          </p:cNvCxnSpPr>
          <p:nvPr userDrawn="1"/>
        </p:nvCxnSpPr>
        <p:spPr>
          <a:xfrm>
            <a:off x="3918634" y="3858844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5AEB868-1E3E-0C23-838E-3598DF7AF97B}"/>
              </a:ext>
            </a:extLst>
          </p:cNvPr>
          <p:cNvCxnSpPr>
            <a:cxnSpLocks/>
          </p:cNvCxnSpPr>
          <p:nvPr userDrawn="1"/>
        </p:nvCxnSpPr>
        <p:spPr>
          <a:xfrm>
            <a:off x="16169307" y="3858845"/>
            <a:ext cx="0" cy="42378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텍스트 개체 틀 58">
            <a:extLst>
              <a:ext uri="{FF2B5EF4-FFF2-40B4-BE49-F238E27FC236}">
                <a16:creationId xmlns:a16="http://schemas.microsoft.com/office/drawing/2014/main" id="{E224F414-AB93-79A5-EA99-0EE4C8EF8CA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043731" y="1186933"/>
            <a:ext cx="7914555" cy="707886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40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 err="1"/>
              <a:t>마이크로디그리명</a:t>
            </a:r>
            <a:endParaRPr lang="ko-KR" altLang="en-US" dirty="0"/>
          </a:p>
        </p:txBody>
      </p:sp>
      <p:sp>
        <p:nvSpPr>
          <p:cNvPr id="61" name="텍스트 개체 틀 58">
            <a:extLst>
              <a:ext uri="{FF2B5EF4-FFF2-40B4-BE49-F238E27FC236}">
                <a16:creationId xmlns:a16="http://schemas.microsoft.com/office/drawing/2014/main" id="{DA089DD9-E553-21CF-B71E-7C073C036FC6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2127420" y="1125378"/>
            <a:ext cx="7914555" cy="830997"/>
          </a:xfrm>
        </p:spPr>
        <p:txBody>
          <a:bodyPr wrap="square" anchor="ctr">
            <a:spAutoFit/>
          </a:bodyPr>
          <a:lstStyle>
            <a:lvl1pPr marL="0" indent="0" algn="r" latinLnBrk="0">
              <a:lnSpc>
                <a:spcPct val="100000"/>
              </a:lnSpc>
              <a:spcBef>
                <a:spcPts val="0"/>
              </a:spcBef>
              <a:buNone/>
              <a:defRPr sz="4800">
                <a:ln>
                  <a:noFill/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r>
              <a:rPr lang="ko-KR" altLang="en-US" dirty="0"/>
              <a:t>교과목명</a:t>
            </a:r>
          </a:p>
        </p:txBody>
      </p:sp>
      <p:sp>
        <p:nvSpPr>
          <p:cNvPr id="62" name="텍스트 개체 틀 58">
            <a:extLst>
              <a:ext uri="{FF2B5EF4-FFF2-40B4-BE49-F238E27FC236}">
                <a16:creationId xmlns:a16="http://schemas.microsoft.com/office/drawing/2014/main" id="{407C5AC6-09BB-6242-6405-E4682EBE1097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43586" y="2140054"/>
            <a:ext cx="17711211" cy="1400383"/>
          </a:xfrm>
        </p:spPr>
        <p:txBody>
          <a:bodyPr wrap="square" anchor="t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8500">
                <a:ln>
                  <a:noFill/>
                </a:ln>
                <a:solidFill>
                  <a:schemeClr val="bg1"/>
                </a:solidFill>
                <a:latin typeface="페이퍼로지 8 ExtraBold" pitchFamily="2" charset="-127"/>
                <a:ea typeface="페이퍼로지 8 ExtraBold" pitchFamily="2" charset="-127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제목 </a:t>
            </a:r>
            <a:r>
              <a:rPr lang="en-US" altLang="ko-KR" dirty="0"/>
              <a:t>(</a:t>
            </a:r>
            <a:r>
              <a:rPr lang="ko-KR" altLang="en-US" dirty="0"/>
              <a:t>과제명 또는 프로젝트명</a:t>
            </a:r>
            <a:r>
              <a:rPr lang="en-US" altLang="ko-KR" dirty="0"/>
              <a:t>)</a:t>
            </a:r>
          </a:p>
        </p:txBody>
      </p:sp>
      <p:sp>
        <p:nvSpPr>
          <p:cNvPr id="63" name="텍스트 개체 틀 58">
            <a:extLst>
              <a:ext uri="{FF2B5EF4-FFF2-40B4-BE49-F238E27FC236}">
                <a16:creationId xmlns:a16="http://schemas.microsoft.com/office/drawing/2014/main" id="{98F8812B-45D7-6417-12BA-3D6957EF571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663638" y="3747572"/>
            <a:ext cx="2052165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64" name="텍스트 개체 틀 58">
            <a:extLst>
              <a:ext uri="{FF2B5EF4-FFF2-40B4-BE49-F238E27FC236}">
                <a16:creationId xmlns:a16="http://schemas.microsoft.com/office/drawing/2014/main" id="{91858DFE-5E0C-9B0B-0D21-D90091BE111A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4269130" y="3747572"/>
            <a:ext cx="1608133" cy="646331"/>
          </a:xfrm>
        </p:spPr>
        <p:txBody>
          <a:bodyPr wrap="non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</a:t>
            </a:r>
          </a:p>
        </p:txBody>
      </p:sp>
      <p:sp>
        <p:nvSpPr>
          <p:cNvPr id="65" name="텍스트 개체 틀 58">
            <a:extLst>
              <a:ext uri="{FF2B5EF4-FFF2-40B4-BE49-F238E27FC236}">
                <a16:creationId xmlns:a16="http://schemas.microsoft.com/office/drawing/2014/main" id="{A6BAC387-519C-9E0D-661E-77AB20EC998B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6461352" y="3747572"/>
            <a:ext cx="2893436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지도교수명</a:t>
            </a:r>
          </a:p>
        </p:txBody>
      </p:sp>
      <p:sp>
        <p:nvSpPr>
          <p:cNvPr id="66" name="텍스트 개체 틀 58">
            <a:extLst>
              <a:ext uri="{FF2B5EF4-FFF2-40B4-BE49-F238E27FC236}">
                <a16:creationId xmlns:a16="http://schemas.microsoft.com/office/drawing/2014/main" id="{8EFA22B7-9E7C-4C9D-389D-89B2AACD348A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121466" y="3747572"/>
            <a:ext cx="9318763" cy="646331"/>
          </a:xfrm>
        </p:spPr>
        <p:txBody>
          <a:bodyPr wrap="square" anchor="ctr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3600">
                <a:ln>
                  <a:noFill/>
                </a:ln>
                <a:solidFill>
                  <a:schemeClr val="bg1"/>
                </a:solidFill>
                <a:latin typeface="+mn-ea"/>
                <a:ea typeface="+mn-ea"/>
              </a:defRPr>
            </a:lvl1pPr>
            <a:lvl2pPr marL="1079998" indent="0">
              <a:buNone/>
              <a:defRPr/>
            </a:lvl2pPr>
            <a:lvl3pPr marL="2159996" indent="0">
              <a:buNone/>
              <a:defRPr/>
            </a:lvl3pPr>
            <a:lvl4pPr marL="3239993" indent="0">
              <a:buNone/>
              <a:defRPr/>
            </a:lvl4pPr>
            <a:lvl5pPr marL="4319991" indent="0">
              <a:buNone/>
              <a:defRPr/>
            </a:lvl5pPr>
          </a:lstStyle>
          <a:p>
            <a:pPr lvl="0"/>
            <a:r>
              <a:rPr lang="ko-KR" altLang="en-US" dirty="0"/>
              <a:t>팀원 </a:t>
            </a:r>
            <a:r>
              <a:rPr lang="en-US" altLang="ko-KR" dirty="0"/>
              <a:t>(</a:t>
            </a:r>
            <a:r>
              <a:rPr lang="ko-KR" altLang="en-US" dirty="0" err="1"/>
              <a:t>팀명</a:t>
            </a:r>
            <a:r>
              <a:rPr lang="en-US" altLang="ko-KR" dirty="0"/>
              <a:t>)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89C6032-0457-388A-85C0-F03441DADBB6}"/>
              </a:ext>
            </a:extLst>
          </p:cNvPr>
          <p:cNvSpPr/>
          <p:nvPr userDrawn="1"/>
        </p:nvSpPr>
        <p:spPr>
          <a:xfrm>
            <a:off x="1643579" y="1216008"/>
            <a:ext cx="1157154" cy="64973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MD</a:t>
            </a:r>
            <a:endParaRPr lang="ko-KR" altLang="en-US" sz="3200" dirty="0">
              <a:solidFill>
                <a:schemeClr val="bg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32A0EA-BA14-5135-0537-B4172A2A2D27}"/>
              </a:ext>
            </a:extLst>
          </p:cNvPr>
          <p:cNvSpPr/>
          <p:nvPr userDrawn="1"/>
        </p:nvSpPr>
        <p:spPr>
          <a:xfrm>
            <a:off x="934666" y="30884705"/>
            <a:ext cx="8554093" cy="83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spAutoFit/>
          </a:bodyPr>
          <a:lstStyle/>
          <a:p>
            <a:r>
              <a:rPr lang="en-US" altLang="ko-KR" sz="4800" dirty="0">
                <a:gradFill>
                  <a:gsLst>
                    <a:gs pos="19000">
                      <a:schemeClr val="accent5"/>
                    </a:gs>
                    <a:gs pos="100000">
                      <a:schemeClr val="accent4"/>
                    </a:gs>
                  </a:gsLst>
                  <a:lin ang="2700000" scaled="1"/>
                </a:gradFill>
                <a:latin typeface="+mj-ea"/>
                <a:ea typeface="+mj-ea"/>
              </a:rPr>
              <a:t>2026</a:t>
            </a:r>
            <a:r>
              <a:rPr lang="ko-KR" altLang="en-US" sz="4800" dirty="0">
                <a:gradFill>
                  <a:gsLst>
                    <a:gs pos="19000">
                      <a:schemeClr val="accent5"/>
                    </a:gs>
                    <a:gs pos="100000">
                      <a:schemeClr val="accent4"/>
                    </a:gs>
                  </a:gsLst>
                  <a:lin ang="2700000" scaled="1"/>
                </a:gradFill>
                <a:latin typeface="+mj-ea"/>
                <a:ea typeface="+mj-ea"/>
              </a:rPr>
              <a:t>년 </a:t>
            </a:r>
            <a:r>
              <a:rPr lang="en-US" altLang="ko-KR" sz="4800" dirty="0">
                <a:gradFill>
                  <a:gsLst>
                    <a:gs pos="19000">
                      <a:schemeClr val="accent5"/>
                    </a:gs>
                    <a:gs pos="100000">
                      <a:schemeClr val="accent4"/>
                    </a:gs>
                  </a:gsLst>
                  <a:lin ang="2700000" scaled="1"/>
                </a:gradFill>
                <a:latin typeface="+mj-ea"/>
                <a:ea typeface="+mj-ea"/>
              </a:rPr>
              <a:t>1</a:t>
            </a:r>
            <a:r>
              <a:rPr lang="ko-KR" altLang="en-US" sz="4800" dirty="0">
                <a:gradFill>
                  <a:gsLst>
                    <a:gs pos="19000">
                      <a:schemeClr val="accent5"/>
                    </a:gs>
                    <a:gs pos="100000">
                      <a:schemeClr val="accent4"/>
                    </a:gs>
                  </a:gsLst>
                  <a:lin ang="2700000" scaled="1"/>
                </a:gradFill>
                <a:latin typeface="+mj-ea"/>
                <a:ea typeface="+mj-ea"/>
              </a:rPr>
              <a:t>학기</a:t>
            </a:r>
            <a:r>
              <a:rPr lang="en-US" altLang="ko-KR" sz="4800" dirty="0">
                <a:gradFill>
                  <a:gsLst>
                    <a:gs pos="19000">
                      <a:schemeClr val="accent5"/>
                    </a:gs>
                    <a:gs pos="100000">
                      <a:schemeClr val="accent4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ko-KR" altLang="en-US" sz="4800" dirty="0" err="1">
                <a:gradFill>
                  <a:gsLst>
                    <a:gs pos="19000">
                      <a:schemeClr val="accent5"/>
                    </a:gs>
                    <a:gs pos="100000">
                      <a:schemeClr val="accent4"/>
                    </a:gs>
                  </a:gsLst>
                  <a:lin ang="2700000" scaled="1"/>
                </a:gradFill>
                <a:latin typeface="+mj-ea"/>
                <a:ea typeface="+mj-ea"/>
              </a:rPr>
              <a:t>마이크로디그리</a:t>
            </a:r>
            <a:r>
              <a:rPr lang="ko-KR" altLang="en-US" sz="4800" dirty="0">
                <a:gradFill>
                  <a:gsLst>
                    <a:gs pos="19000">
                      <a:schemeClr val="accent5"/>
                    </a:gs>
                    <a:gs pos="100000">
                      <a:schemeClr val="accent4"/>
                    </a:gs>
                  </a:gsLst>
                  <a:lin ang="2700000" scaled="1"/>
                </a:gradFill>
                <a:latin typeface="+mj-ea"/>
                <a:ea typeface="+mj-ea"/>
              </a:rPr>
              <a:t> </a:t>
            </a:r>
            <a:r>
              <a:rPr lang="en-US" altLang="ko-KR" sz="4800" dirty="0">
                <a:gradFill>
                  <a:gsLst>
                    <a:gs pos="19000">
                      <a:schemeClr val="accent5"/>
                    </a:gs>
                    <a:gs pos="100000">
                      <a:schemeClr val="accent4"/>
                    </a:gs>
                  </a:gsLst>
                  <a:lin ang="2700000" scaled="1"/>
                </a:gradFill>
                <a:latin typeface="+mj-ea"/>
                <a:ea typeface="+mj-ea"/>
              </a:rPr>
              <a:t>EXPO</a:t>
            </a:r>
            <a:endParaRPr lang="ko-KR" altLang="en-US" sz="4800" dirty="0">
              <a:gradFill>
                <a:gsLst>
                  <a:gs pos="19000">
                    <a:schemeClr val="accent5"/>
                  </a:gs>
                  <a:gs pos="100000">
                    <a:schemeClr val="accent4"/>
                  </a:gs>
                </a:gsLst>
                <a:lin ang="2700000" scaled="1"/>
              </a:gradFill>
              <a:latin typeface="+mj-ea"/>
              <a:ea typeface="+mj-ea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F4F2165D-01ED-4144-A07E-40995070546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2255" y="29525499"/>
            <a:ext cx="2791676" cy="2058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983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803">
          <p15:clr>
            <a:srgbClr val="FBAE40"/>
          </p15:clr>
        </p15:guide>
        <p15:guide id="3" orient="horz" pos="1020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1724969"/>
            <a:ext cx="18629590" cy="6262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8624810"/>
            <a:ext cx="18629590" cy="20557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30029347"/>
            <a:ext cx="4859893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B7613E-18C8-4B39-A489-392B9AD58E48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30029347"/>
            <a:ext cx="7289840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30029347"/>
            <a:ext cx="4859893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82A2E9-4A31-411D-B90F-C8B539CA02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970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3" r:id="rId2"/>
    <p:sldLayoutId id="2147483709" r:id="rId3"/>
    <p:sldLayoutId id="2147483714" r:id="rId4"/>
    <p:sldLayoutId id="2147483710" r:id="rId5"/>
    <p:sldLayoutId id="2147483715" r:id="rId6"/>
    <p:sldLayoutId id="2147483711" r:id="rId7"/>
    <p:sldLayoutId id="2147483716" r:id="rId8"/>
    <p:sldLayoutId id="2147483712" r:id="rId9"/>
    <p:sldLayoutId id="2147483717" r:id="rId10"/>
  </p:sldLayoutIdLst>
  <p:txStyles>
    <p:titleStyle>
      <a:lvl1pPr algn="l" defTabSz="2159996" rtl="0" eaLnBrk="1" latinLnBrk="1" hangingPunct="1">
        <a:lnSpc>
          <a:spcPct val="90000"/>
        </a:lnSpc>
        <a:spcBef>
          <a:spcPct val="0"/>
        </a:spcBef>
        <a:buNone/>
        <a:defRPr sz="1039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9999" indent="-539999" algn="l" defTabSz="2159996" rtl="0" eaLnBrk="1" latinLnBrk="1" hangingPunct="1">
        <a:lnSpc>
          <a:spcPct val="90000"/>
        </a:lnSpc>
        <a:spcBef>
          <a:spcPts val="2362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1pPr>
      <a:lvl2pPr marL="1619997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699995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724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859990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939988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7019986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8099984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9179982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2pPr>
      <a:lvl3pPr marL="2159996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3pPr>
      <a:lvl4pPr marL="3239994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319991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399989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6479987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7559985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8639983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204" userDrawn="1">
          <p15:clr>
            <a:srgbClr val="F26B43"/>
          </p15:clr>
        </p15:guide>
        <p15:guide id="2" pos="680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BACB5-8FBA-CB21-9625-9090836B6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그룹 65">
            <a:extLst>
              <a:ext uri="{FF2B5EF4-FFF2-40B4-BE49-F238E27FC236}">
                <a16:creationId xmlns:a16="http://schemas.microsoft.com/office/drawing/2014/main" id="{A50899E1-EE43-C78B-54D4-5ED2D523E561}"/>
              </a:ext>
            </a:extLst>
          </p:cNvPr>
          <p:cNvGrpSpPr/>
          <p:nvPr/>
        </p:nvGrpSpPr>
        <p:grpSpPr>
          <a:xfrm>
            <a:off x="1510729" y="5677268"/>
            <a:ext cx="18531245" cy="4617720"/>
            <a:chOff x="1752216" y="5677268"/>
            <a:chExt cx="17760514" cy="4617720"/>
          </a:xfrm>
        </p:grpSpPr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170081C2-F13F-901D-BB8C-DA4C0281BBCE}"/>
                </a:ext>
              </a:extLst>
            </p:cNvPr>
            <p:cNvGrpSpPr/>
            <p:nvPr/>
          </p:nvGrpSpPr>
          <p:grpSpPr>
            <a:xfrm>
              <a:off x="1752216" y="5677268"/>
              <a:ext cx="17760514" cy="4617720"/>
              <a:chOff x="1752216" y="5677268"/>
              <a:chExt cx="17400474" cy="4617720"/>
            </a:xfrm>
          </p:grpSpPr>
          <p:sp>
            <p:nvSpPr>
              <p:cNvPr id="17" name="Rectangle 1038">
                <a:extLst>
                  <a:ext uri="{FF2B5EF4-FFF2-40B4-BE49-F238E27FC236}">
                    <a16:creationId xmlns:a16="http://schemas.microsoft.com/office/drawing/2014/main" id="{BC557711-9E88-3735-AC61-22C516179D0B}"/>
                  </a:ext>
                </a:extLst>
              </p:cNvPr>
              <p:cNvSpPr/>
              <p:nvPr/>
            </p:nvSpPr>
            <p:spPr>
              <a:xfrm>
                <a:off x="1752216" y="5677268"/>
                <a:ext cx="17400474" cy="4617720"/>
              </a:xfrm>
              <a:prstGeom prst="rect">
                <a:avLst/>
              </a:prstGeom>
              <a:solidFill>
                <a:srgbClr val="EBF5FB"/>
              </a:solidFill>
              <a:ln w="19050"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/>
              </a:p>
            </p:txBody>
          </p:sp>
          <p:sp>
            <p:nvSpPr>
              <p:cNvPr id="18" name="Rectangle 1039">
                <a:extLst>
                  <a:ext uri="{FF2B5EF4-FFF2-40B4-BE49-F238E27FC236}">
                    <a16:creationId xmlns:a16="http://schemas.microsoft.com/office/drawing/2014/main" id="{E187260D-0270-93FA-3B88-41515238B79E}"/>
                  </a:ext>
                </a:extLst>
              </p:cNvPr>
              <p:cNvSpPr/>
              <p:nvPr/>
            </p:nvSpPr>
            <p:spPr>
              <a:xfrm>
                <a:off x="1752216" y="5677268"/>
                <a:ext cx="241195" cy="4617720"/>
              </a:xfrm>
              <a:prstGeom prst="rect">
                <a:avLst/>
              </a:prstGeom>
              <a:solidFill>
                <a:srgbClr val="1565C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Rounded Rectangle 1046">
                <a:extLst>
                  <a:ext uri="{FF2B5EF4-FFF2-40B4-BE49-F238E27FC236}">
                    <a16:creationId xmlns:a16="http://schemas.microsoft.com/office/drawing/2014/main" id="{8EA53C08-9339-C2D9-7DFA-4171A0E9635A}"/>
                  </a:ext>
                </a:extLst>
              </p:cNvPr>
              <p:cNvSpPr/>
              <p:nvPr/>
            </p:nvSpPr>
            <p:spPr>
              <a:xfrm>
                <a:off x="2462567" y="5926658"/>
                <a:ext cx="900000" cy="900000"/>
              </a:xfrm>
              <a:prstGeom prst="roundRect">
                <a:avLst>
                  <a:gd name="adj" fmla="val 8000"/>
                </a:avLst>
              </a:prstGeom>
              <a:solidFill>
                <a:srgbClr val="1565C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Diamond 1073">
                <a:extLst>
                  <a:ext uri="{FF2B5EF4-FFF2-40B4-BE49-F238E27FC236}">
                    <a16:creationId xmlns:a16="http://schemas.microsoft.com/office/drawing/2014/main" id="{359E277E-BCE2-1688-3FA6-FA89C8B4397D}"/>
                  </a:ext>
                </a:extLst>
              </p:cNvPr>
              <p:cNvSpPr/>
              <p:nvPr/>
            </p:nvSpPr>
            <p:spPr>
              <a:xfrm>
                <a:off x="18549703" y="6454508"/>
                <a:ext cx="344564" cy="365760"/>
              </a:xfrm>
              <a:prstGeom prst="diamond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Rounded Rectangle 1074">
                <a:extLst>
                  <a:ext uri="{FF2B5EF4-FFF2-40B4-BE49-F238E27FC236}">
                    <a16:creationId xmlns:a16="http://schemas.microsoft.com/office/drawing/2014/main" id="{5FF2B708-4015-0111-D3AF-D7A1FF68DFB4}"/>
                  </a:ext>
                </a:extLst>
              </p:cNvPr>
              <p:cNvSpPr/>
              <p:nvPr/>
            </p:nvSpPr>
            <p:spPr>
              <a:xfrm>
                <a:off x="18618616" y="7551787"/>
                <a:ext cx="223966" cy="237744"/>
              </a:xfrm>
              <a:prstGeom prst="roundRect">
                <a:avLst/>
              </a:prstGeom>
              <a:solidFill>
                <a:srgbClr val="90CAF9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Rectangle 1075">
                <a:extLst>
                  <a:ext uri="{FF2B5EF4-FFF2-40B4-BE49-F238E27FC236}">
                    <a16:creationId xmlns:a16="http://schemas.microsoft.com/office/drawing/2014/main" id="{A8EF866B-C43F-54C1-175E-4597A9FF67F1}"/>
                  </a:ext>
                </a:extLst>
              </p:cNvPr>
              <p:cNvSpPr/>
              <p:nvPr/>
            </p:nvSpPr>
            <p:spPr>
              <a:xfrm>
                <a:off x="18653072" y="8557628"/>
                <a:ext cx="155054" cy="164592"/>
              </a:xfrm>
              <a:prstGeom prst="rect">
                <a:avLst/>
              </a:prstGeom>
              <a:solidFill>
                <a:srgbClr val="BBDEFB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783A6897-3930-3114-D24B-1DD07210DF8F}"/>
                </a:ext>
              </a:extLst>
            </p:cNvPr>
            <p:cNvGrpSpPr/>
            <p:nvPr/>
          </p:nvGrpSpPr>
          <p:grpSpPr>
            <a:xfrm>
              <a:off x="2374826" y="5919877"/>
              <a:ext cx="16468863" cy="4091522"/>
              <a:chOff x="2378290" y="7103841"/>
              <a:chExt cx="16468863" cy="4091522"/>
            </a:xfrm>
          </p:grpSpPr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173918FD-6045-6171-0967-AD7D13B75CA9}"/>
                  </a:ext>
                </a:extLst>
              </p:cNvPr>
              <p:cNvSpPr txBox="1"/>
              <p:nvPr/>
            </p:nvSpPr>
            <p:spPr>
              <a:xfrm>
                <a:off x="2378290" y="8121886"/>
                <a:ext cx="2916000" cy="769441"/>
              </a:xfrm>
              <a:prstGeom prst="rect">
                <a:avLst/>
              </a:prstGeom>
              <a:noFill/>
            </p:spPr>
            <p:txBody>
              <a:bodyPr wrap="none" lIns="72000" tIns="36000" rIns="72000" bIns="36000" rtlCol="0">
                <a:noAutofit/>
              </a:bodyPr>
              <a:lstStyle/>
              <a:p>
                <a:r>
                  <a:rPr lang="ko-KR" altLang="en-US" sz="4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페이퍼로지 6 SemiBold" pitchFamily="2" charset="-127"/>
                    <a:ea typeface="페이퍼로지 6 SemiBold" pitchFamily="2" charset="-127"/>
                  </a:rPr>
                  <a:t>개요</a:t>
                </a:r>
              </a:p>
            </p:txBody>
          </p: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AA11B264-2776-37C0-2D7A-E304C366DFDD}"/>
                  </a:ext>
                </a:extLst>
              </p:cNvPr>
              <p:cNvSpPr txBox="1"/>
              <p:nvPr/>
            </p:nvSpPr>
            <p:spPr>
              <a:xfrm>
                <a:off x="2446835" y="7103841"/>
                <a:ext cx="1006032" cy="831517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r>
                  <a:rPr lang="en-US" altLang="ko-KR" sz="4800" dirty="0">
                    <a:solidFill>
                      <a:schemeClr val="accent2"/>
                    </a:solidFill>
                    <a:latin typeface="페이퍼로지 8 ExtraBold" pitchFamily="2" charset="-127"/>
                    <a:ea typeface="페이퍼로지 8 ExtraBold" pitchFamily="2" charset="-127"/>
                  </a:rPr>
                  <a:t>01</a:t>
                </a:r>
                <a:endParaRPr lang="ko-KR" altLang="en-US" sz="4800" dirty="0">
                  <a:solidFill>
                    <a:schemeClr val="accent2"/>
                  </a:solidFill>
                  <a:latin typeface="페이퍼로지 8 ExtraBold" pitchFamily="2" charset="-127"/>
                  <a:ea typeface="페이퍼로지 8 ExtraBold" pitchFamily="2" charset="-127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7364066-598E-189C-A9CC-CCF3620ABFA1}"/>
                  </a:ext>
                </a:extLst>
              </p:cNvPr>
              <p:cNvSpPr txBox="1"/>
              <p:nvPr/>
            </p:nvSpPr>
            <p:spPr>
              <a:xfrm>
                <a:off x="6034494" y="7201272"/>
                <a:ext cx="12812659" cy="3994091"/>
              </a:xfrm>
              <a:prstGeom prst="rect">
                <a:avLst/>
              </a:prstGeom>
              <a:noFill/>
            </p:spPr>
            <p:txBody>
              <a:bodyPr wrap="square" lIns="72000" tIns="36000" rIns="72000" bIns="36000" rtlCol="0" anchor="t">
                <a:normAutofit/>
              </a:bodyPr>
              <a:lstStyle/>
              <a:p>
                <a:pPr marL="720000" marR="0" lvl="0" indent="-720000" algn="l" defTabSz="2159996" rtl="0" eaLnBrk="1" fontAlgn="auto" latinLnBrk="1" hangingPunct="1">
                  <a:spcAft>
                    <a:spcPts val="1200"/>
                  </a:spcAft>
                  <a:buClr>
                    <a:schemeClr val="accent2"/>
                  </a:buClr>
                  <a:buSzTx/>
                  <a:buFont typeface="프리젠테이션 4 Regular" pitchFamily="2" charset="-127"/>
                  <a:buChar char=""/>
                </a:pPr>
                <a:r>
                  <a:rPr lang="ko-KR" altLang="en-US" sz="4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C++ 기반 텍스트 콘솔 오프라인 문제은행 프로그램</a:t>
                </a:r>
              </a:p>
              <a:p>
                <a:pPr marL="720000" marR="0" lvl="0" indent="-720000" algn="l" defTabSz="2159996" rtl="0" eaLnBrk="1" fontAlgn="auto" latinLnBrk="1" hangingPunct="1">
                  <a:spcAft>
                    <a:spcPts val="1200"/>
                  </a:spcAft>
                  <a:buClr>
                    <a:schemeClr val="accent2"/>
                  </a:buClr>
                  <a:buSzTx/>
                  <a:buFont typeface="프리젠테이션 4 Regular" pitchFamily="2" charset="-127"/>
                  <a:buChar char=""/>
                </a:pPr>
                <a:r>
                  <a:rPr lang="ko-KR" altLang="en-US" sz="4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ASCII 아트 UI · 방향키/Enter 조작, 직관적인 메뉴 구조</a:t>
                </a:r>
              </a:p>
              <a:p>
                <a:pPr marL="720000" marR="0" lvl="0" indent="-720000" algn="l" defTabSz="2159996" rtl="0" eaLnBrk="1" fontAlgn="auto" latinLnBrk="1" hangingPunct="1">
                  <a:spcAft>
                    <a:spcPts val="1200"/>
                  </a:spcAft>
                  <a:buClr>
                    <a:schemeClr val="accent2"/>
                  </a:buClr>
                  <a:buSzTx/>
                  <a:buFont typeface="프리젠테이션 4 Regular" pitchFamily="2" charset="-127"/>
                  <a:buChar char=""/>
                </a:pPr>
                <a:r>
                  <a:rPr lang="ko-KR" altLang="en-US" sz="4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CSV 파일로 과목별 문제 관리 · 과목 선택 메뉴 제공</a:t>
                </a:r>
              </a:p>
              <a:p>
                <a:pPr marL="720000" marR="0" lvl="0" indent="-720000" algn="l" defTabSz="2159996" rtl="0" eaLnBrk="1" fontAlgn="auto" latinLnBrk="1" hangingPunct="1">
                  <a:spcAft>
                    <a:spcPts val="1200"/>
                  </a:spcAft>
                  <a:buClr>
                    <a:schemeClr val="accent2"/>
                  </a:buClr>
                  <a:buSzTx/>
                  <a:buFont typeface="프리젠테이션 4 Regular" pitchFamily="2" charset="-127"/>
                  <a:buChar char=""/>
                </a:pPr>
                <a:r>
                  <a:rPr lang="ko-KR" altLang="en-US" sz="4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연습 · 시험 · 게임 · 검색 · 문제 제작 총 5가지 모드</a:t>
                </a:r>
              </a:p>
              <a:p>
                <a:pPr marL="720000" marR="0" lvl="0" indent="-720000" algn="l" defTabSz="2159996" rtl="0" eaLnBrk="1" fontAlgn="auto" latinLnBrk="1" hangingPunct="1">
                  <a:spcAft>
                    <a:spcPts val="1200"/>
                  </a:spcAft>
                  <a:buClr>
                    <a:schemeClr val="accent2"/>
                  </a:buClr>
                  <a:buSzTx/>
                  <a:buFont typeface="프리젠테이션 4 Regular" pitchFamily="2" charset="-127"/>
                  <a:buChar char=""/>
                </a:pPr>
                <a:r>
                  <a:rPr lang="ko-KR" altLang="en-US" sz="4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오프라인 환경에서 동작하는 실행 파일(.exe) 배포</a:t>
                </a:r>
              </a:p>
            </p:txBody>
          </p:sp>
          <p:cxnSp>
            <p:nvCxnSpPr>
              <p:cNvPr id="125" name="직선 연결선 124">
                <a:extLst>
                  <a:ext uri="{FF2B5EF4-FFF2-40B4-BE49-F238E27FC236}">
                    <a16:creationId xmlns:a16="http://schemas.microsoft.com/office/drawing/2014/main" id="{E4788783-5FE8-0E4A-4B66-9522FCF33D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23539" y="7547503"/>
                <a:ext cx="2004816" cy="0"/>
              </a:xfrm>
              <a:prstGeom prst="line">
                <a:avLst/>
              </a:prstGeom>
              <a:ln w="47625" cap="rnd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AA42ACDB-3C3C-E944-4450-DFE17EA345E1}"/>
              </a:ext>
            </a:extLst>
          </p:cNvPr>
          <p:cNvGrpSpPr/>
          <p:nvPr/>
        </p:nvGrpSpPr>
        <p:grpSpPr>
          <a:xfrm>
            <a:off x="1510729" y="10092420"/>
            <a:ext cx="18531245" cy="4206240"/>
            <a:chOff x="1752216" y="10092420"/>
            <a:chExt cx="17760514" cy="4206240"/>
          </a:xfrm>
        </p:grpSpPr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0C81371F-9A64-605E-430C-397D09B8AB35}"/>
                </a:ext>
              </a:extLst>
            </p:cNvPr>
            <p:cNvGrpSpPr/>
            <p:nvPr/>
          </p:nvGrpSpPr>
          <p:grpSpPr>
            <a:xfrm>
              <a:off x="1752216" y="10092420"/>
              <a:ext cx="17760514" cy="4206240"/>
              <a:chOff x="1752216" y="10092420"/>
              <a:chExt cx="17400474" cy="4206240"/>
            </a:xfrm>
          </p:grpSpPr>
          <p:sp>
            <p:nvSpPr>
              <p:cNvPr id="53" name="Rectangle 1040">
                <a:extLst>
                  <a:ext uri="{FF2B5EF4-FFF2-40B4-BE49-F238E27FC236}">
                    <a16:creationId xmlns:a16="http://schemas.microsoft.com/office/drawing/2014/main" id="{B7263E1D-8A80-BB94-3206-191EB1BC4240}"/>
                  </a:ext>
                </a:extLst>
              </p:cNvPr>
              <p:cNvSpPr/>
              <p:nvPr/>
            </p:nvSpPr>
            <p:spPr>
              <a:xfrm>
                <a:off x="1752216" y="10092420"/>
                <a:ext cx="17400474" cy="4206240"/>
              </a:xfrm>
              <a:prstGeom prst="rect">
                <a:avLst/>
              </a:prstGeom>
              <a:solidFill>
                <a:srgbClr val="FEF9E7"/>
              </a:solidFill>
              <a:ln w="19050"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/>
              </a:p>
            </p:txBody>
          </p:sp>
          <p:sp>
            <p:nvSpPr>
              <p:cNvPr id="54" name="Rectangle 1041">
                <a:extLst>
                  <a:ext uri="{FF2B5EF4-FFF2-40B4-BE49-F238E27FC236}">
                    <a16:creationId xmlns:a16="http://schemas.microsoft.com/office/drawing/2014/main" id="{A75FBE51-9B4A-CC80-B56D-C17AF5BA0360}"/>
                  </a:ext>
                </a:extLst>
              </p:cNvPr>
              <p:cNvSpPr/>
              <p:nvPr/>
            </p:nvSpPr>
            <p:spPr>
              <a:xfrm>
                <a:off x="1752216" y="10092420"/>
                <a:ext cx="241195" cy="4206240"/>
              </a:xfrm>
              <a:prstGeom prst="rect">
                <a:avLst/>
              </a:prstGeom>
              <a:solidFill>
                <a:srgbClr val="E651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Rounded Rectangle 1047">
                <a:extLst>
                  <a:ext uri="{FF2B5EF4-FFF2-40B4-BE49-F238E27FC236}">
                    <a16:creationId xmlns:a16="http://schemas.microsoft.com/office/drawing/2014/main" id="{0FCCAD35-4D7E-4FD2-8FDE-FC6A73609DC5}"/>
                  </a:ext>
                </a:extLst>
              </p:cNvPr>
              <p:cNvSpPr/>
              <p:nvPr/>
            </p:nvSpPr>
            <p:spPr>
              <a:xfrm>
                <a:off x="2462567" y="10277802"/>
                <a:ext cx="900000" cy="900000"/>
              </a:xfrm>
              <a:prstGeom prst="roundRect">
                <a:avLst>
                  <a:gd name="adj" fmla="val 8000"/>
                </a:avLst>
              </a:prstGeom>
              <a:solidFill>
                <a:srgbClr val="E651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Diamond 1076">
                <a:extLst>
                  <a:ext uri="{FF2B5EF4-FFF2-40B4-BE49-F238E27FC236}">
                    <a16:creationId xmlns:a16="http://schemas.microsoft.com/office/drawing/2014/main" id="{B7373C03-2DE1-BA98-9C5B-61C7D037A159}"/>
                  </a:ext>
                </a:extLst>
              </p:cNvPr>
              <p:cNvSpPr/>
              <p:nvPr/>
            </p:nvSpPr>
            <p:spPr>
              <a:xfrm>
                <a:off x="18549703" y="10988532"/>
                <a:ext cx="344564" cy="365760"/>
              </a:xfrm>
              <a:prstGeom prst="diamond">
                <a:avLst/>
              </a:prstGeom>
              <a:solidFill>
                <a:srgbClr val="FF7043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Rounded Rectangle 1077">
                <a:extLst>
                  <a:ext uri="{FF2B5EF4-FFF2-40B4-BE49-F238E27FC236}">
                    <a16:creationId xmlns:a16="http://schemas.microsoft.com/office/drawing/2014/main" id="{ACBBF7F2-E2DE-2938-28BA-E78E5CC2997F}"/>
                  </a:ext>
                </a:extLst>
              </p:cNvPr>
              <p:cNvSpPr/>
              <p:nvPr/>
            </p:nvSpPr>
            <p:spPr>
              <a:xfrm>
                <a:off x="18618616" y="12085812"/>
                <a:ext cx="223966" cy="237744"/>
              </a:xfrm>
              <a:prstGeom prst="roundRect">
                <a:avLst/>
              </a:prstGeom>
              <a:solidFill>
                <a:srgbClr val="FFCC8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Rectangle 1078">
                <a:extLst>
                  <a:ext uri="{FF2B5EF4-FFF2-40B4-BE49-F238E27FC236}">
                    <a16:creationId xmlns:a16="http://schemas.microsoft.com/office/drawing/2014/main" id="{6802B6FE-7D73-C0C5-4F1C-15A9D6F715F5}"/>
                  </a:ext>
                </a:extLst>
              </p:cNvPr>
              <p:cNvSpPr/>
              <p:nvPr/>
            </p:nvSpPr>
            <p:spPr>
              <a:xfrm>
                <a:off x="18653072" y="13091652"/>
                <a:ext cx="155054" cy="164592"/>
              </a:xfrm>
              <a:prstGeom prst="rect">
                <a:avLst/>
              </a:prstGeom>
              <a:solidFill>
                <a:srgbClr val="FFE0B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1C89CAF0-B002-E2F4-8AC0-C8DD99029697}"/>
                </a:ext>
              </a:extLst>
            </p:cNvPr>
            <p:cNvGrpSpPr/>
            <p:nvPr/>
          </p:nvGrpSpPr>
          <p:grpSpPr>
            <a:xfrm>
              <a:off x="2437269" y="10231872"/>
              <a:ext cx="16406421" cy="3664880"/>
              <a:chOff x="2437269" y="11596587"/>
              <a:chExt cx="16406421" cy="3664880"/>
            </a:xfrm>
          </p:grpSpPr>
          <p:sp>
            <p:nvSpPr>
              <p:cNvPr id="1030" name="TextBox 1029">
                <a:extLst>
                  <a:ext uri="{FF2B5EF4-FFF2-40B4-BE49-F238E27FC236}">
                    <a16:creationId xmlns:a16="http://schemas.microsoft.com/office/drawing/2014/main" id="{13DF435A-D740-D33E-5AB2-C49EA72C4DB0}"/>
                  </a:ext>
                </a:extLst>
              </p:cNvPr>
              <p:cNvSpPr txBox="1"/>
              <p:nvPr/>
            </p:nvSpPr>
            <p:spPr>
              <a:xfrm>
                <a:off x="2437287" y="12588447"/>
                <a:ext cx="2916000" cy="769441"/>
              </a:xfrm>
              <a:prstGeom prst="rect">
                <a:avLst/>
              </a:prstGeom>
              <a:noFill/>
            </p:spPr>
            <p:txBody>
              <a:bodyPr wrap="none" lIns="72000" tIns="36000" rIns="72000" bIns="36000" rtlCol="0">
                <a:noAutofit/>
              </a:bodyPr>
              <a:lstStyle/>
              <a:p>
                <a:r>
                  <a:rPr lang="ko-KR" altLang="en-US" sz="4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페이퍼로지 6 SemiBold" pitchFamily="2" charset="-127"/>
                    <a:ea typeface="페이퍼로지 6 SemiBold" pitchFamily="2" charset="-127"/>
                  </a:rPr>
                  <a:t>배경 및 목적</a:t>
                </a:r>
              </a:p>
            </p:txBody>
          </p:sp>
          <p:sp>
            <p:nvSpPr>
              <p:cNvPr id="1031" name="TextBox 1030">
                <a:extLst>
                  <a:ext uri="{FF2B5EF4-FFF2-40B4-BE49-F238E27FC236}">
                    <a16:creationId xmlns:a16="http://schemas.microsoft.com/office/drawing/2014/main" id="{096DB128-EA52-0253-2F4B-1C992E3688E8}"/>
                  </a:ext>
                </a:extLst>
              </p:cNvPr>
              <p:cNvSpPr txBox="1"/>
              <p:nvPr/>
            </p:nvSpPr>
            <p:spPr>
              <a:xfrm>
                <a:off x="2437269" y="11596587"/>
                <a:ext cx="1006032" cy="831517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r>
                  <a:rPr lang="en-US" altLang="ko-KR" sz="4800" dirty="0">
                    <a:solidFill>
                      <a:schemeClr val="accent2"/>
                    </a:solidFill>
                    <a:latin typeface="페이퍼로지 8 ExtraBold" pitchFamily="2" charset="-127"/>
                    <a:ea typeface="페이퍼로지 8 ExtraBold" pitchFamily="2" charset="-127"/>
                  </a:rPr>
                  <a:t>02</a:t>
                </a:r>
                <a:endParaRPr lang="ko-KR" altLang="en-US" sz="4800" dirty="0">
                  <a:solidFill>
                    <a:schemeClr val="accent2"/>
                  </a:solidFill>
                  <a:latin typeface="페이퍼로지 8 ExtraBold" pitchFamily="2" charset="-127"/>
                  <a:ea typeface="페이퍼로지 8 ExtraBold" pitchFamily="2" charset="-127"/>
                </a:endParaRPr>
              </a:p>
            </p:txBody>
          </p:sp>
          <p:sp>
            <p:nvSpPr>
              <p:cNvPr id="1025" name="TextBox 1024">
                <a:extLst>
                  <a:ext uri="{FF2B5EF4-FFF2-40B4-BE49-F238E27FC236}">
                    <a16:creationId xmlns:a16="http://schemas.microsoft.com/office/drawing/2014/main" id="{219E9826-9038-8A1C-E272-2CE26AAC3236}"/>
                  </a:ext>
                </a:extLst>
              </p:cNvPr>
              <p:cNvSpPr txBox="1"/>
              <p:nvPr/>
            </p:nvSpPr>
            <p:spPr>
              <a:xfrm>
                <a:off x="6031031" y="11667829"/>
                <a:ext cx="12812659" cy="3593638"/>
              </a:xfrm>
              <a:prstGeom prst="rect">
                <a:avLst/>
              </a:prstGeom>
              <a:noFill/>
            </p:spPr>
            <p:txBody>
              <a:bodyPr wrap="square" lIns="72000" tIns="36000" rIns="72000" bIns="36000" rtlCol="0" anchor="t">
                <a:normAutofit/>
              </a:bodyPr>
              <a:lstStyle/>
              <a:p>
                <a:pPr marL="720000" marR="0" lvl="0" indent="-720000" algn="l" defTabSz="2159996" rtl="0" eaLnBrk="1" fontAlgn="auto" latinLnBrk="1" hangingPunct="1">
                  <a:spcAft>
                    <a:spcPts val="1200"/>
                  </a:spcAft>
                  <a:buClr>
                    <a:schemeClr val="accent2"/>
                  </a:buClr>
                  <a:buSzTx/>
                  <a:buFont typeface="프리젠테이션 4 Regular" pitchFamily="2" charset="-127"/>
                  <a:buChar char=""/>
                </a:pPr>
                <a:r>
                  <a:rPr lang="ko-KR" altLang="en-US" sz="4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기존 문제은행 사이트는 단순 출제에 그쳐 집중력 유지가 어려움</a:t>
                </a:r>
              </a:p>
              <a:p>
                <a:pPr marL="720000" marR="0" lvl="0" indent="-720000" algn="l" defTabSz="2159996" rtl="0" eaLnBrk="1" fontAlgn="auto" latinLnBrk="1" hangingPunct="1">
                  <a:spcAft>
                    <a:spcPts val="1200"/>
                  </a:spcAft>
                  <a:buClr>
                    <a:schemeClr val="accent2"/>
                  </a:buClr>
                  <a:buSzTx/>
                  <a:buFont typeface="프리젠테이션 4 Regular" pitchFamily="2" charset="-127"/>
                  <a:buChar char=""/>
                </a:pPr>
                <a:r>
                  <a:rPr lang="ko-KR" altLang="en-US" sz="4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반복 풀이만으로는 암기에 의존하게 되는 한계 존재</a:t>
                </a:r>
              </a:p>
              <a:p>
                <a:pPr marL="720000" marR="0" lvl="0" indent="-720000" algn="l" defTabSz="2159996" rtl="0" eaLnBrk="1" fontAlgn="auto" latinLnBrk="1" hangingPunct="1">
                  <a:spcAft>
                    <a:spcPts val="1200"/>
                  </a:spcAft>
                  <a:buClr>
                    <a:schemeClr val="accent2"/>
                  </a:buClr>
                  <a:buSzTx/>
                  <a:buFont typeface="프리젠테이션 4 Regular" pitchFamily="2" charset="-127"/>
                  <a:buChar char=""/>
                </a:pPr>
                <a:r>
                  <a:rPr lang="ko-KR" altLang="en-US" sz="4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게임 요소를 접목해 재미와 학습 효율을 동시에 향상</a:t>
                </a:r>
              </a:p>
              <a:p>
                <a:pPr marL="720000" marR="0" lvl="0" indent="-720000" algn="l" defTabSz="2159996" rtl="0" eaLnBrk="1" fontAlgn="auto" latinLnBrk="1" hangingPunct="1">
                  <a:spcAft>
                    <a:spcPts val="1200"/>
                  </a:spcAft>
                  <a:buClr>
                    <a:schemeClr val="accent2"/>
                  </a:buClr>
                  <a:buSzTx/>
                  <a:buFont typeface="프리젠테이션 4 Regular" pitchFamily="2" charset="-127"/>
                  <a:buChar char=""/>
                </a:pPr>
                <a:r>
                  <a:rPr lang="ko-KR" altLang="en-US" sz="4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누구나 원하는 과목의 문제를 추가해 활용 가능한 범용 학습 프로그램 제작</a:t>
                </a:r>
              </a:p>
            </p:txBody>
          </p:sp>
          <p:cxnSp>
            <p:nvCxnSpPr>
              <p:cNvPr id="1029" name="직선 연결선 1028">
                <a:extLst>
                  <a:ext uri="{FF2B5EF4-FFF2-40B4-BE49-F238E27FC236}">
                    <a16:creationId xmlns:a16="http://schemas.microsoft.com/office/drawing/2014/main" id="{31A4068E-D7DB-612A-DEC3-94E0F1F5C5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23539" y="12014062"/>
                <a:ext cx="2004816" cy="0"/>
              </a:xfrm>
              <a:prstGeom prst="line">
                <a:avLst/>
              </a:prstGeom>
              <a:ln w="47625" cap="rnd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C3A7BC45-FC6F-7124-3DC0-6599F209DB87}"/>
              </a:ext>
            </a:extLst>
          </p:cNvPr>
          <p:cNvGrpSpPr/>
          <p:nvPr/>
        </p:nvGrpSpPr>
        <p:grpSpPr>
          <a:xfrm>
            <a:off x="1510729" y="13679364"/>
            <a:ext cx="18531245" cy="5589797"/>
            <a:chOff x="1752216" y="14234651"/>
            <a:chExt cx="17760514" cy="5589797"/>
          </a:xfrm>
        </p:grpSpPr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F4305278-77F3-21DE-7B62-C801A59F19FF}"/>
                </a:ext>
              </a:extLst>
            </p:cNvPr>
            <p:cNvGrpSpPr/>
            <p:nvPr/>
          </p:nvGrpSpPr>
          <p:grpSpPr>
            <a:xfrm>
              <a:off x="1752216" y="14234651"/>
              <a:ext cx="17760514" cy="5589797"/>
              <a:chOff x="1752216" y="14234652"/>
              <a:chExt cx="17400474" cy="5715000"/>
            </a:xfrm>
          </p:grpSpPr>
          <p:sp>
            <p:nvSpPr>
              <p:cNvPr id="42" name="Rectangle 1042">
                <a:extLst>
                  <a:ext uri="{FF2B5EF4-FFF2-40B4-BE49-F238E27FC236}">
                    <a16:creationId xmlns:a16="http://schemas.microsoft.com/office/drawing/2014/main" id="{70592B72-EE6B-A43D-2325-66A1B1B90086}"/>
                  </a:ext>
                </a:extLst>
              </p:cNvPr>
              <p:cNvSpPr/>
              <p:nvPr/>
            </p:nvSpPr>
            <p:spPr>
              <a:xfrm>
                <a:off x="1752216" y="14234652"/>
                <a:ext cx="17400474" cy="5715000"/>
              </a:xfrm>
              <a:prstGeom prst="rect">
                <a:avLst/>
              </a:prstGeom>
              <a:solidFill>
                <a:srgbClr val="E8F5E9"/>
              </a:solidFill>
              <a:ln w="19050"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Rectangle 1043">
                <a:extLst>
                  <a:ext uri="{FF2B5EF4-FFF2-40B4-BE49-F238E27FC236}">
                    <a16:creationId xmlns:a16="http://schemas.microsoft.com/office/drawing/2014/main" id="{4EC599AB-C4BB-8AC0-BC44-8784D037212E}"/>
                  </a:ext>
                </a:extLst>
              </p:cNvPr>
              <p:cNvSpPr/>
              <p:nvPr/>
            </p:nvSpPr>
            <p:spPr>
              <a:xfrm>
                <a:off x="1752216" y="14234652"/>
                <a:ext cx="241195" cy="5715000"/>
              </a:xfrm>
              <a:prstGeom prst="rect">
                <a:avLst/>
              </a:prstGeom>
              <a:solidFill>
                <a:srgbClr val="1B5E2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Rounded Rectangle 1048">
                <a:extLst>
                  <a:ext uri="{FF2B5EF4-FFF2-40B4-BE49-F238E27FC236}">
                    <a16:creationId xmlns:a16="http://schemas.microsoft.com/office/drawing/2014/main" id="{D00B2C3D-A017-34E6-9C70-C7B309DDA4C1}"/>
                  </a:ext>
                </a:extLst>
              </p:cNvPr>
              <p:cNvSpPr/>
              <p:nvPr/>
            </p:nvSpPr>
            <p:spPr>
              <a:xfrm>
                <a:off x="2462567" y="14447466"/>
                <a:ext cx="900000" cy="900000"/>
              </a:xfrm>
              <a:prstGeom prst="roundRect">
                <a:avLst>
                  <a:gd name="adj" fmla="val 8000"/>
                </a:avLst>
              </a:prstGeom>
              <a:solidFill>
                <a:srgbClr val="1B5E2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Diamond 1079">
                <a:extLst>
                  <a:ext uri="{FF2B5EF4-FFF2-40B4-BE49-F238E27FC236}">
                    <a16:creationId xmlns:a16="http://schemas.microsoft.com/office/drawing/2014/main" id="{8D39BA49-84B4-A402-EEE2-C986FDDA29EB}"/>
                  </a:ext>
                </a:extLst>
              </p:cNvPr>
              <p:cNvSpPr/>
              <p:nvPr/>
            </p:nvSpPr>
            <p:spPr>
              <a:xfrm>
                <a:off x="18549703" y="15743412"/>
                <a:ext cx="344564" cy="365760"/>
              </a:xfrm>
              <a:prstGeom prst="diamond">
                <a:avLst/>
              </a:prstGeom>
              <a:solidFill>
                <a:srgbClr val="66BB6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Rounded Rectangle 1080">
                <a:extLst>
                  <a:ext uri="{FF2B5EF4-FFF2-40B4-BE49-F238E27FC236}">
                    <a16:creationId xmlns:a16="http://schemas.microsoft.com/office/drawing/2014/main" id="{28FD21B9-7018-DC1A-FF0C-2509F3E1B27B}"/>
                  </a:ext>
                </a:extLst>
              </p:cNvPr>
              <p:cNvSpPr/>
              <p:nvPr/>
            </p:nvSpPr>
            <p:spPr>
              <a:xfrm>
                <a:off x="18618616" y="17023572"/>
                <a:ext cx="223966" cy="237744"/>
              </a:xfrm>
              <a:prstGeom prst="roundRect">
                <a:avLst/>
              </a:prstGeom>
              <a:solidFill>
                <a:srgbClr val="A5D6A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Rectangle 1081">
                <a:extLst>
                  <a:ext uri="{FF2B5EF4-FFF2-40B4-BE49-F238E27FC236}">
                    <a16:creationId xmlns:a16="http://schemas.microsoft.com/office/drawing/2014/main" id="{FA71C07E-618B-4BCE-194C-D0F80B28F038}"/>
                  </a:ext>
                </a:extLst>
              </p:cNvPr>
              <p:cNvSpPr/>
              <p:nvPr/>
            </p:nvSpPr>
            <p:spPr>
              <a:xfrm>
                <a:off x="18653072" y="18212292"/>
                <a:ext cx="155054" cy="164592"/>
              </a:xfrm>
              <a:prstGeom prst="rect">
                <a:avLst/>
              </a:prstGeom>
              <a:solidFill>
                <a:srgbClr val="C8E6C9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1A3BB66E-CCA3-A88B-5FE1-3142613BB8A3}"/>
                </a:ext>
              </a:extLst>
            </p:cNvPr>
            <p:cNvGrpSpPr/>
            <p:nvPr/>
          </p:nvGrpSpPr>
          <p:grpSpPr>
            <a:xfrm>
              <a:off x="2422475" y="14415470"/>
              <a:ext cx="16421215" cy="5240557"/>
              <a:chOff x="2422475" y="16080886"/>
              <a:chExt cx="16421215" cy="5240557"/>
            </a:xfrm>
          </p:grpSpPr>
          <p:sp>
            <p:nvSpPr>
              <p:cNvPr id="1037" name="TextBox 1036">
                <a:extLst>
                  <a:ext uri="{FF2B5EF4-FFF2-40B4-BE49-F238E27FC236}">
                    <a16:creationId xmlns:a16="http://schemas.microsoft.com/office/drawing/2014/main" id="{DCCEC274-F563-E0BB-8BA3-34200345136B}"/>
                  </a:ext>
                </a:extLst>
              </p:cNvPr>
              <p:cNvSpPr txBox="1"/>
              <p:nvPr/>
            </p:nvSpPr>
            <p:spPr>
              <a:xfrm>
                <a:off x="2437269" y="17055003"/>
                <a:ext cx="2916000" cy="769441"/>
              </a:xfrm>
              <a:prstGeom prst="rect">
                <a:avLst/>
              </a:prstGeom>
              <a:noFill/>
            </p:spPr>
            <p:txBody>
              <a:bodyPr wrap="none" lIns="72000" tIns="36000" rIns="72000" bIns="36000" rtlCol="0">
                <a:noAutofit/>
              </a:bodyPr>
              <a:lstStyle/>
              <a:p>
                <a:r>
                  <a:rPr lang="ko-KR" altLang="en-US" sz="4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페이퍼로지 6 SemiBold" pitchFamily="2" charset="-127"/>
                    <a:ea typeface="페이퍼로지 6 SemiBold" pitchFamily="2" charset="-127"/>
                  </a:rPr>
                  <a:t>내용</a:t>
                </a:r>
              </a:p>
            </p:txBody>
          </p:sp>
          <p:sp>
            <p:nvSpPr>
              <p:cNvPr id="1038" name="TextBox 1037">
                <a:extLst>
                  <a:ext uri="{FF2B5EF4-FFF2-40B4-BE49-F238E27FC236}">
                    <a16:creationId xmlns:a16="http://schemas.microsoft.com/office/drawing/2014/main" id="{7503E29B-D0E0-0503-67B1-56CF4DFF6690}"/>
                  </a:ext>
                </a:extLst>
              </p:cNvPr>
              <p:cNvSpPr txBox="1"/>
              <p:nvPr/>
            </p:nvSpPr>
            <p:spPr>
              <a:xfrm>
                <a:off x="2422475" y="16080886"/>
                <a:ext cx="1006031" cy="831516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r>
                  <a:rPr lang="en-US" altLang="ko-KR" sz="4800" dirty="0">
                    <a:solidFill>
                      <a:schemeClr val="accent2"/>
                    </a:solidFill>
                    <a:latin typeface="페이퍼로지 8 ExtraBold" pitchFamily="2" charset="-127"/>
                    <a:ea typeface="페이퍼로지 8 ExtraBold" pitchFamily="2" charset="-127"/>
                  </a:rPr>
                  <a:t>03</a:t>
                </a:r>
                <a:endParaRPr lang="ko-KR" altLang="en-US" sz="4800" dirty="0">
                  <a:solidFill>
                    <a:schemeClr val="accent2"/>
                  </a:solidFill>
                  <a:latin typeface="페이퍼로지 8 ExtraBold" pitchFamily="2" charset="-127"/>
                  <a:ea typeface="페이퍼로지 8 ExtraBold" pitchFamily="2" charset="-127"/>
                </a:endParaRPr>
              </a:p>
            </p:txBody>
          </p: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7A48D8B8-7FD9-8E45-2922-0A4DBEF638EE}"/>
                  </a:ext>
                </a:extLst>
              </p:cNvPr>
              <p:cNvSpPr txBox="1"/>
              <p:nvPr/>
            </p:nvSpPr>
            <p:spPr>
              <a:xfrm>
                <a:off x="6031031" y="16134388"/>
                <a:ext cx="12812659" cy="5187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72000" tIns="36000" rIns="72000" bIns="36000" rtlCol="0" anchor="t">
                <a:normAutofit/>
              </a:bodyPr>
              <a:lstStyle/>
              <a:p>
                <a:pPr marL="720000" marR="0" lvl="0" indent="-720000" algn="l" defTabSz="2159996" rtl="0" eaLnBrk="1" fontAlgn="auto" latinLnBrk="1" hangingPunct="1">
                  <a:spcAft>
                    <a:spcPts val="1200"/>
                  </a:spcAft>
                  <a:buClr>
                    <a:schemeClr val="accent2"/>
                  </a:buClr>
                  <a:buSzTx/>
                  <a:buFont typeface="프리젠테이션 4 Regular" pitchFamily="2" charset="-127"/>
                  <a:buChar char=""/>
                </a:pPr>
                <a:r>
                  <a:rPr lang="ko-KR" altLang="en-US" sz="4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연습 모드 : 과목 선택 후 랜덤 출제되며 문제를 풀고 바로 피드백 제공</a:t>
                </a:r>
              </a:p>
              <a:p>
                <a:pPr marL="720000" marR="0" lvl="0" indent="-720000" algn="l" defTabSz="2159996" rtl="0" eaLnBrk="1" fontAlgn="auto" latinLnBrk="1" hangingPunct="1">
                  <a:spcAft>
                    <a:spcPts val="1200"/>
                  </a:spcAft>
                  <a:buClr>
                    <a:schemeClr val="accent2"/>
                  </a:buClr>
                  <a:buSzTx/>
                  <a:buFont typeface="프리젠테이션 4 Regular" pitchFamily="2" charset="-127"/>
                  <a:buChar char=""/>
                </a:pPr>
                <a:r>
                  <a:rPr lang="ko-KR" altLang="en-US" sz="4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시험 모드 : 문제 수 지정, 종료 후 점수 및 오답 해설 제공</a:t>
                </a:r>
              </a:p>
              <a:p>
                <a:pPr marL="720000" marR="0" lvl="0" indent="-720000" algn="l" defTabSz="2159996" rtl="0" eaLnBrk="1" fontAlgn="auto" latinLnBrk="1" hangingPunct="1">
                  <a:spcAft>
                    <a:spcPts val="1200"/>
                  </a:spcAft>
                  <a:buClr>
                    <a:schemeClr val="accent2"/>
                  </a:buClr>
                  <a:buSzTx/>
                  <a:buFont typeface="프리젠테이션 4 Regular" pitchFamily="2" charset="-127"/>
                  <a:buChar char=""/>
                </a:pPr>
                <a:r>
                  <a:rPr lang="ko-KR" altLang="en-US" sz="4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게임 모드 : 몬스터 처치(HP바·콤보·120초) / 무한의 탑(목숨3·5콤보 회복·10층 보스)</a:t>
                </a:r>
              </a:p>
              <a:p>
                <a:pPr marL="720000" marR="0" lvl="0" indent="-720000" algn="l" defTabSz="2159996" rtl="0" eaLnBrk="1" fontAlgn="auto" latinLnBrk="1" hangingPunct="1">
                  <a:spcAft>
                    <a:spcPts val="1200"/>
                  </a:spcAft>
                  <a:buClr>
                    <a:schemeClr val="accent2"/>
                  </a:buClr>
                  <a:buSzTx/>
                  <a:buFont typeface="프리젠테이션 4 Regular" pitchFamily="2" charset="-127"/>
                  <a:buChar char=""/>
                </a:pPr>
                <a:r>
                  <a:rPr lang="ko-KR" altLang="en-US" sz="4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검색/제작 : 키워드 검색, CSV로 문제 직접 추가 및 저장</a:t>
                </a:r>
              </a:p>
              <a:p>
                <a:pPr marL="720000" marR="0" lvl="0" indent="-720000" algn="l" defTabSz="2159996" rtl="0" eaLnBrk="1" fontAlgn="auto" latinLnBrk="1" hangingPunct="1">
                  <a:spcAft>
                    <a:spcPts val="1200"/>
                  </a:spcAft>
                  <a:buClr>
                    <a:schemeClr val="accent2"/>
                  </a:buClr>
                  <a:buSzTx/>
                  <a:buFont typeface="프리젠테이션 4 Regular" pitchFamily="2" charset="-127"/>
                  <a:buChar char=""/>
                </a:pPr>
                <a:r>
                  <a:rPr lang="ko-KR" altLang="en-US" sz="4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OOP 설계 : struct 캡슐화, .h/.cpp 모듈 분리, extern 공유, STL 컨테이너 활용</a:t>
                </a:r>
              </a:p>
            </p:txBody>
          </p:sp>
          <p:cxnSp>
            <p:nvCxnSpPr>
              <p:cNvPr id="1036" name="직선 연결선 1035">
                <a:extLst>
                  <a:ext uri="{FF2B5EF4-FFF2-40B4-BE49-F238E27FC236}">
                    <a16:creationId xmlns:a16="http://schemas.microsoft.com/office/drawing/2014/main" id="{48C2C7F7-04CF-2657-F262-EDA62F0552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23539" y="16480618"/>
                <a:ext cx="2004816" cy="0"/>
              </a:xfrm>
              <a:prstGeom prst="line">
                <a:avLst/>
              </a:prstGeom>
              <a:ln w="47625" cap="rnd">
                <a:solidFill>
                  <a:schemeClr val="tx2">
                    <a:lumMod val="40000"/>
                    <a:lumOff val="60000"/>
                  </a:schemeClr>
                </a:solidFill>
                <a:prstDash val="sysDot"/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5" name="텍스트 개체 틀 44">
            <a:extLst>
              <a:ext uri="{FF2B5EF4-FFF2-40B4-BE49-F238E27FC236}">
                <a16:creationId xmlns:a16="http://schemas.microsoft.com/office/drawing/2014/main" id="{BCA223C7-8E18-BFB6-0ADE-2A218104AC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43731" y="1186932"/>
            <a:ext cx="7914555" cy="707886"/>
          </a:xfrm>
        </p:spPr>
        <p:txBody>
          <a:bodyPr/>
          <a:lstStyle/>
          <a:p>
            <a:r>
              <a:rPr lang="ko-KR" altLang="en-US" dirty="0"/>
              <a:t>실감미디어기술</a:t>
            </a:r>
            <a:r>
              <a:rPr lang="en-US" altLang="ko-KR" dirty="0"/>
              <a:t>(</a:t>
            </a:r>
            <a:r>
              <a:rPr lang="ko-KR" altLang="en-US" dirty="0"/>
              <a:t>중급</a:t>
            </a:r>
            <a:r>
              <a:rPr lang="en-US" altLang="ko-KR" dirty="0"/>
              <a:t>)</a:t>
            </a:r>
          </a:p>
        </p:txBody>
      </p:sp>
      <p:sp>
        <p:nvSpPr>
          <p:cNvPr id="47" name="텍스트 개체 틀 46">
            <a:extLst>
              <a:ext uri="{FF2B5EF4-FFF2-40B4-BE49-F238E27FC236}">
                <a16:creationId xmlns:a16="http://schemas.microsoft.com/office/drawing/2014/main" id="{81142246-FA86-D657-A4E7-3C5E1DBA1C2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객체지향프로그래밍</a:t>
            </a:r>
            <a:r>
              <a:rPr lang="en-US" altLang="ko-KR" dirty="0"/>
              <a:t>-03</a:t>
            </a:r>
            <a:endParaRPr lang="ko-KR" altLang="en-US" dirty="0"/>
          </a:p>
        </p:txBody>
      </p:sp>
      <p:sp>
        <p:nvSpPr>
          <p:cNvPr id="48" name="텍스트 개체 틀 47">
            <a:extLst>
              <a:ext uri="{FF2B5EF4-FFF2-40B4-BE49-F238E27FC236}">
                <a16:creationId xmlns:a16="http://schemas.microsoft.com/office/drawing/2014/main" id="{E8413977-F079-0FC1-18F5-ECAB29B4255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43586" y="2140054"/>
            <a:ext cx="17711211" cy="1129540"/>
          </a:xfrm>
        </p:spPr>
        <p:txBody>
          <a:bodyPr/>
          <a:lstStyle/>
          <a:p>
            <a:r>
              <a:rPr lang="ko-KR" altLang="en-US" sz="6740" dirty="0"/>
              <a:t>게임으로 같이 공부하는 오프라인 문제은행 프로그램</a:t>
            </a:r>
            <a:endParaRPr lang="en-US" altLang="ko-KR" sz="6740" dirty="0"/>
          </a:p>
        </p:txBody>
      </p:sp>
      <p:sp>
        <p:nvSpPr>
          <p:cNvPr id="49" name="텍스트 개체 틀 48">
            <a:extLst>
              <a:ext uri="{FF2B5EF4-FFF2-40B4-BE49-F238E27FC236}">
                <a16:creationId xmlns:a16="http://schemas.microsoft.com/office/drawing/2014/main" id="{C84C755D-1CB0-7768-A285-146BF8FD27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63638" y="3747572"/>
            <a:ext cx="2052165" cy="646331"/>
          </a:xfrm>
        </p:spPr>
        <p:txBody>
          <a:bodyPr/>
          <a:lstStyle/>
          <a:p>
            <a:r>
              <a:rPr lang="ko-KR" altLang="en-US" dirty="0"/>
              <a:t>팀 </a:t>
            </a:r>
            <a:r>
              <a:rPr lang="ko-KR" altLang="en-US" dirty="0" err="1"/>
              <a:t>아이스티</a:t>
            </a:r>
            <a:endParaRPr lang="en-US" altLang="ko-KR" dirty="0"/>
          </a:p>
        </p:txBody>
      </p:sp>
      <p:sp>
        <p:nvSpPr>
          <p:cNvPr id="50" name="텍스트 개체 틀 49">
            <a:extLst>
              <a:ext uri="{FF2B5EF4-FFF2-40B4-BE49-F238E27FC236}">
                <a16:creationId xmlns:a16="http://schemas.microsoft.com/office/drawing/2014/main" id="{32D8AC41-4223-BB63-3FB4-6D5DC3847A5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지도교수</a:t>
            </a:r>
          </a:p>
        </p:txBody>
      </p:sp>
      <p:sp>
        <p:nvSpPr>
          <p:cNvPr id="51" name="텍스트 개체 틀 50">
            <a:extLst>
              <a:ext uri="{FF2B5EF4-FFF2-40B4-BE49-F238E27FC236}">
                <a16:creationId xmlns:a16="http://schemas.microsoft.com/office/drawing/2014/main" id="{7EA0D348-7872-B0B0-D442-0966E8D4A6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조현철</a:t>
            </a:r>
          </a:p>
        </p:txBody>
      </p:sp>
      <p:sp>
        <p:nvSpPr>
          <p:cNvPr id="52" name="텍스트 개체 틀 51">
            <a:extLst>
              <a:ext uri="{FF2B5EF4-FFF2-40B4-BE49-F238E27FC236}">
                <a16:creationId xmlns:a16="http://schemas.microsoft.com/office/drawing/2014/main" id="{9162C04F-FFAA-FB39-3912-250400F32CA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ko-KR" altLang="en-US" dirty="0"/>
              <a:t>김찬호</a:t>
            </a:r>
            <a:r>
              <a:rPr lang="en-US" altLang="ko-KR" dirty="0"/>
              <a:t>, </a:t>
            </a:r>
            <a:r>
              <a:rPr lang="ko-KR" altLang="en-US" dirty="0"/>
              <a:t>박성현</a:t>
            </a:r>
            <a:r>
              <a:rPr lang="en-US" altLang="ko-KR" dirty="0"/>
              <a:t>, </a:t>
            </a:r>
            <a:r>
              <a:rPr lang="ko-KR" altLang="en-US" dirty="0" err="1"/>
              <a:t>이채승</a:t>
            </a:r>
            <a:r>
              <a:rPr lang="en-US" altLang="ko-KR" dirty="0"/>
              <a:t>, </a:t>
            </a:r>
            <a:r>
              <a:rPr lang="ko-KR" altLang="en-US" dirty="0" err="1"/>
              <a:t>정승재</a:t>
            </a:r>
            <a:endParaRPr lang="en-US" altLang="ko-KR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701E7E7-536F-6D7B-20E9-132ED104DE5C}"/>
              </a:ext>
            </a:extLst>
          </p:cNvPr>
          <p:cNvGrpSpPr/>
          <p:nvPr/>
        </p:nvGrpSpPr>
        <p:grpSpPr>
          <a:xfrm>
            <a:off x="18648634" y="28945060"/>
            <a:ext cx="2088232" cy="2160240"/>
            <a:chOff x="18648634" y="28945060"/>
            <a:chExt cx="2088232" cy="2160240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8352EBB8-6066-2AEC-A38E-1B9D818D9C62}"/>
                </a:ext>
              </a:extLst>
            </p:cNvPr>
            <p:cNvSpPr/>
            <p:nvPr/>
          </p:nvSpPr>
          <p:spPr>
            <a:xfrm>
              <a:off x="18830978" y="29442415"/>
              <a:ext cx="1662886" cy="1662885"/>
            </a:xfrm>
            <a:prstGeom prst="roundRect">
              <a:avLst>
                <a:gd name="adj" fmla="val 0"/>
              </a:avLst>
            </a:prstGeom>
            <a:blipFill dpi="0"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4990426-86D5-7033-96C7-16956F1A74DE}"/>
                </a:ext>
              </a:extLst>
            </p:cNvPr>
            <p:cNvSpPr txBox="1"/>
            <p:nvPr/>
          </p:nvSpPr>
          <p:spPr>
            <a:xfrm>
              <a:off x="18648634" y="28945060"/>
              <a:ext cx="2088232" cy="497355"/>
            </a:xfrm>
            <a:prstGeom prst="rect">
              <a:avLst/>
            </a:prstGeom>
            <a:noFill/>
          </p:spPr>
          <p:txBody>
            <a:bodyPr wrap="square" lIns="72000" tIns="36000" rIns="72000" bIns="36000" rtlCol="0" anchor="t">
              <a:noAutofit/>
            </a:bodyPr>
            <a:lstStyle/>
            <a:p>
              <a:pPr marL="720000" lvl="0" indent="-720000" algn="ctr" defTabSz="2159996" latinLnBrk="1">
                <a:spcAft>
                  <a:spcPts val="1200"/>
                </a:spcAft>
              </a:pPr>
              <a:r>
                <a:rPr lang="en-US" altLang="ko-KR" sz="3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GitHub URL</a:t>
              </a:r>
              <a:endParaRPr lang="ko-KR" altLang="en-US" sz="3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4E1C564F-46DA-F3EC-0A9F-2097BD33A46C}"/>
              </a:ext>
            </a:extLst>
          </p:cNvPr>
          <p:cNvGrpSpPr/>
          <p:nvPr/>
        </p:nvGrpSpPr>
        <p:grpSpPr>
          <a:xfrm>
            <a:off x="1510729" y="19193197"/>
            <a:ext cx="18531245" cy="8887767"/>
            <a:chOff x="1510729" y="19193197"/>
            <a:chExt cx="18531245" cy="8887767"/>
          </a:xfrm>
        </p:grpSpPr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2D6F0E9F-C13A-F4D5-AB3C-2E34E9AE0583}"/>
                </a:ext>
              </a:extLst>
            </p:cNvPr>
            <p:cNvGrpSpPr/>
            <p:nvPr/>
          </p:nvGrpSpPr>
          <p:grpSpPr>
            <a:xfrm>
              <a:off x="1510729" y="19193197"/>
              <a:ext cx="18531245" cy="8887767"/>
              <a:chOff x="1752216" y="19748484"/>
              <a:chExt cx="17400474" cy="9052560"/>
            </a:xfrm>
          </p:grpSpPr>
          <p:sp>
            <p:nvSpPr>
              <p:cNvPr id="27" name="Rectangle 1044">
                <a:extLst>
                  <a:ext uri="{FF2B5EF4-FFF2-40B4-BE49-F238E27FC236}">
                    <a16:creationId xmlns:a16="http://schemas.microsoft.com/office/drawing/2014/main" id="{5F2DF28A-CF93-786A-27C7-86D2AFF5CA6D}"/>
                  </a:ext>
                </a:extLst>
              </p:cNvPr>
              <p:cNvSpPr/>
              <p:nvPr/>
            </p:nvSpPr>
            <p:spPr>
              <a:xfrm>
                <a:off x="1752216" y="19748484"/>
                <a:ext cx="17400474" cy="9052560"/>
              </a:xfrm>
              <a:prstGeom prst="rect">
                <a:avLst/>
              </a:prstGeom>
              <a:solidFill>
                <a:srgbClr val="F5EEF8"/>
              </a:solidFill>
              <a:ln w="19050"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/>
              </a:p>
            </p:txBody>
          </p:sp>
          <p:sp>
            <p:nvSpPr>
              <p:cNvPr id="28" name="Rectangle 1045">
                <a:extLst>
                  <a:ext uri="{FF2B5EF4-FFF2-40B4-BE49-F238E27FC236}">
                    <a16:creationId xmlns:a16="http://schemas.microsoft.com/office/drawing/2014/main" id="{98F3EFDD-DCA0-F130-3273-9FB038A85A50}"/>
                  </a:ext>
                </a:extLst>
              </p:cNvPr>
              <p:cNvSpPr/>
              <p:nvPr/>
            </p:nvSpPr>
            <p:spPr>
              <a:xfrm>
                <a:off x="1752216" y="19748484"/>
                <a:ext cx="241195" cy="9052560"/>
              </a:xfrm>
              <a:prstGeom prst="rect">
                <a:avLst/>
              </a:prstGeom>
              <a:solidFill>
                <a:srgbClr val="4A148C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Rounded Rectangle 1049">
                <a:extLst>
                  <a:ext uri="{FF2B5EF4-FFF2-40B4-BE49-F238E27FC236}">
                    <a16:creationId xmlns:a16="http://schemas.microsoft.com/office/drawing/2014/main" id="{A9B21C43-B7B3-4308-4D05-4D179DFA04B0}"/>
                  </a:ext>
                </a:extLst>
              </p:cNvPr>
              <p:cNvSpPr/>
              <p:nvPr/>
            </p:nvSpPr>
            <p:spPr>
              <a:xfrm>
                <a:off x="2462567" y="19933866"/>
                <a:ext cx="900000" cy="900000"/>
              </a:xfrm>
              <a:prstGeom prst="roundRect">
                <a:avLst>
                  <a:gd name="adj" fmla="val 8000"/>
                </a:avLst>
              </a:prstGeom>
              <a:solidFill>
                <a:srgbClr val="4A148C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Diamond 1082">
                <a:extLst>
                  <a:ext uri="{FF2B5EF4-FFF2-40B4-BE49-F238E27FC236}">
                    <a16:creationId xmlns:a16="http://schemas.microsoft.com/office/drawing/2014/main" id="{81CD8690-8B24-EDA5-FCEA-D07552D563E2}"/>
                  </a:ext>
                </a:extLst>
              </p:cNvPr>
              <p:cNvSpPr/>
              <p:nvPr/>
            </p:nvSpPr>
            <p:spPr>
              <a:xfrm>
                <a:off x="18549703" y="21138372"/>
                <a:ext cx="344564" cy="365760"/>
              </a:xfrm>
              <a:prstGeom prst="diamond">
                <a:avLst/>
              </a:prstGeom>
              <a:solidFill>
                <a:srgbClr val="CE93D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Rounded Rectangle 1083">
                <a:extLst>
                  <a:ext uri="{FF2B5EF4-FFF2-40B4-BE49-F238E27FC236}">
                    <a16:creationId xmlns:a16="http://schemas.microsoft.com/office/drawing/2014/main" id="{5DB7FA49-3F16-9CB7-8EAF-09A168BA5361}"/>
                  </a:ext>
                </a:extLst>
              </p:cNvPr>
              <p:cNvSpPr/>
              <p:nvPr/>
            </p:nvSpPr>
            <p:spPr>
              <a:xfrm>
                <a:off x="18618616" y="23150052"/>
                <a:ext cx="223966" cy="237744"/>
              </a:xfrm>
              <a:prstGeom prst="roundRect">
                <a:avLst/>
              </a:prstGeom>
              <a:solidFill>
                <a:srgbClr val="E1BEE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Rectangle 1084">
                <a:extLst>
                  <a:ext uri="{FF2B5EF4-FFF2-40B4-BE49-F238E27FC236}">
                    <a16:creationId xmlns:a16="http://schemas.microsoft.com/office/drawing/2014/main" id="{6C5DB995-E7B3-9AFC-3E23-6275C332A298}"/>
                  </a:ext>
                </a:extLst>
              </p:cNvPr>
              <p:cNvSpPr/>
              <p:nvPr/>
            </p:nvSpPr>
            <p:spPr>
              <a:xfrm>
                <a:off x="18653072" y="24978852"/>
                <a:ext cx="155054" cy="164592"/>
              </a:xfrm>
              <a:prstGeom prst="rect">
                <a:avLst/>
              </a:prstGeom>
              <a:solidFill>
                <a:srgbClr val="F3E5F5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Diamond 1085">
                <a:extLst>
                  <a:ext uri="{FF2B5EF4-FFF2-40B4-BE49-F238E27FC236}">
                    <a16:creationId xmlns:a16="http://schemas.microsoft.com/office/drawing/2014/main" id="{B39B9622-F9B9-7624-3927-D102C9382159}"/>
                  </a:ext>
                </a:extLst>
              </p:cNvPr>
              <p:cNvSpPr/>
              <p:nvPr/>
            </p:nvSpPr>
            <p:spPr>
              <a:xfrm>
                <a:off x="18549703" y="26807652"/>
                <a:ext cx="344564" cy="365760"/>
              </a:xfrm>
              <a:prstGeom prst="diamond">
                <a:avLst/>
              </a:prstGeom>
              <a:solidFill>
                <a:srgbClr val="BA68C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/>
              </a:p>
            </p:txBody>
          </p:sp>
        </p:grp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6A778F85-1F54-F8AC-A99B-9492A33EAFF8}"/>
                </a:ext>
              </a:extLst>
            </p:cNvPr>
            <p:cNvGrpSpPr/>
            <p:nvPr/>
          </p:nvGrpSpPr>
          <p:grpSpPr>
            <a:xfrm>
              <a:off x="2176047" y="19358581"/>
              <a:ext cx="16700517" cy="8325750"/>
              <a:chOff x="2389863" y="19913868"/>
              <a:chExt cx="16005928" cy="8325750"/>
            </a:xfrm>
          </p:grpSpPr>
          <p:grpSp>
            <p:nvGrpSpPr>
              <p:cNvPr id="31" name="그룹 30">
                <a:extLst>
                  <a:ext uri="{FF2B5EF4-FFF2-40B4-BE49-F238E27FC236}">
                    <a16:creationId xmlns:a16="http://schemas.microsoft.com/office/drawing/2014/main" id="{16317365-A9A4-173B-E71C-EC8B12DB5AE1}"/>
                  </a:ext>
                </a:extLst>
              </p:cNvPr>
              <p:cNvGrpSpPr/>
              <p:nvPr/>
            </p:nvGrpSpPr>
            <p:grpSpPr>
              <a:xfrm>
                <a:off x="2389863" y="19913868"/>
                <a:ext cx="16005928" cy="8325750"/>
                <a:chOff x="2389863" y="19913868"/>
                <a:chExt cx="16005928" cy="8325750"/>
              </a:xfrm>
            </p:grpSpPr>
            <p:cxnSp>
              <p:nvCxnSpPr>
                <p:cNvPr id="6" name="직선 연결선 5">
                  <a:extLst>
                    <a:ext uri="{FF2B5EF4-FFF2-40B4-BE49-F238E27FC236}">
                      <a16:creationId xmlns:a16="http://schemas.microsoft.com/office/drawing/2014/main" id="{26F09DE1-FBF4-CCEE-A36F-57CD7A2A0D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23520" y="20287810"/>
                  <a:ext cx="2004816" cy="0"/>
                </a:xfrm>
                <a:prstGeom prst="line">
                  <a:avLst/>
                </a:prstGeom>
                <a:ln w="47625" cap="rnd">
                  <a:solidFill>
                    <a:schemeClr val="tx2">
                      <a:lumMod val="40000"/>
                      <a:lumOff val="60000"/>
                    </a:schemeClr>
                  </a:solidFill>
                  <a:prstDash val="sysDot"/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8B0C43D6-061C-B655-44F1-23F1E93DD143}"/>
                    </a:ext>
                  </a:extLst>
                </p:cNvPr>
                <p:cNvSpPr txBox="1"/>
                <p:nvPr/>
              </p:nvSpPr>
              <p:spPr>
                <a:xfrm>
                  <a:off x="2437269" y="20862194"/>
                  <a:ext cx="2916000" cy="769441"/>
                </a:xfrm>
                <a:prstGeom prst="rect">
                  <a:avLst/>
                </a:prstGeom>
                <a:noFill/>
              </p:spPr>
              <p:txBody>
                <a:bodyPr wrap="none" lIns="72000" tIns="36000" rIns="72000" bIns="36000" rtlCol="0">
                  <a:noAutofit/>
                </a:bodyPr>
                <a:lstStyle/>
                <a:p>
                  <a:r>
                    <a:rPr lang="ko-KR" alt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페이퍼로지 6 SemiBold" pitchFamily="2" charset="-127"/>
                      <a:ea typeface="페이퍼로지 6 SemiBold" pitchFamily="2" charset="-127"/>
                    </a:rPr>
                    <a:t>결과</a:t>
                  </a:r>
                </a:p>
              </p:txBody>
            </p: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9955F92-49CA-F488-AB3B-A44E2BCC073D}"/>
                    </a:ext>
                  </a:extLst>
                </p:cNvPr>
                <p:cNvSpPr txBox="1"/>
                <p:nvPr/>
              </p:nvSpPr>
              <p:spPr>
                <a:xfrm>
                  <a:off x="2389863" y="19913868"/>
                  <a:ext cx="1006032" cy="831516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r>
                    <a:rPr lang="en-US" altLang="ko-KR" sz="4800" dirty="0">
                      <a:solidFill>
                        <a:schemeClr val="accent2"/>
                      </a:solidFill>
                      <a:latin typeface="페이퍼로지 8 ExtraBold" pitchFamily="2" charset="-127"/>
                      <a:ea typeface="페이퍼로지 8 ExtraBold" pitchFamily="2" charset="-127"/>
                    </a:rPr>
                    <a:t>04</a:t>
                  </a:r>
                  <a:endParaRPr lang="ko-KR" altLang="en-US" sz="4800" dirty="0">
                    <a:solidFill>
                      <a:schemeClr val="accent2"/>
                    </a:solidFill>
                    <a:latin typeface="페이퍼로지 8 ExtraBold" pitchFamily="2" charset="-127"/>
                    <a:ea typeface="페이퍼로지 8 ExtraBold" pitchFamily="2" charset="-127"/>
                  </a:endParaRPr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5263F6F6-147D-D674-9B6C-0C88F173C7C7}"/>
                    </a:ext>
                  </a:extLst>
                </p:cNvPr>
                <p:cNvSpPr txBox="1"/>
                <p:nvPr/>
              </p:nvSpPr>
              <p:spPr>
                <a:xfrm>
                  <a:off x="6408555" y="19933866"/>
                  <a:ext cx="5302414" cy="707886"/>
                </a:xfrm>
                <a:prstGeom prst="rect">
                  <a:avLst/>
                </a:prstGeom>
                <a:noFill/>
              </p:spPr>
              <p:txBody>
                <a:bodyPr wrap="square" lIns="72000" tIns="36000" rIns="72000" bIns="36000" rtlCol="0" anchor="t">
                  <a:normAutofit/>
                </a:bodyPr>
                <a:lstStyle/>
                <a:p>
                  <a:pPr marL="720000" lvl="0" indent="-720000" defTabSz="2159996" latinLnBrk="1">
                    <a:spcAft>
                      <a:spcPts val="1200"/>
                    </a:spcAft>
                  </a:pPr>
                  <a:r>
                    <a:rPr lang="ko-KR" altLang="en-US" sz="40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각 파트별 구현 이미지</a:t>
                  </a:r>
                </a:p>
              </p:txBody>
            </p:sp>
            <p:pic>
              <p:nvPicPr>
                <p:cNvPr id="20" name="그림 19" descr="The image is a textual representation of a user interface, displaying a menu with options and a Korean language question about parameter passing in Python.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E2DF2922-EA53-3A17-0C0B-6638611D242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687194" y="24639618"/>
                  <a:ext cx="5235905" cy="3600000"/>
                </a:xfrm>
                <a:prstGeom prst="rect">
                  <a:avLst/>
                </a:prstGeom>
              </p:spPr>
            </p:pic>
            <p:pic>
              <p:nvPicPr>
                <p:cNvPr id="26" name="그림 25" descr="The image is a list of Python problems, categorized by levels (Lv.2 or Lv.3), including topics like input(), ord(), string formatting, function arguments, return statements, and variable types.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6BBF4A63-5C58-8271-B0B8-8DC1774639A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1555284" y="24615132"/>
                  <a:ext cx="6840507" cy="3600000"/>
                </a:xfrm>
                <a:prstGeom prst="rect">
                  <a:avLst/>
                </a:prstGeom>
              </p:spPr>
            </p:pic>
            <p:pic>
              <p:nvPicPr>
                <p:cNvPr id="30" name="그림 29" descr="The image shows a text input prompt on a Korean screen asking to identify which data type is not a built-in type in Python, with the options including 'rational' and a few other types.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02CCED8B-AFDA-25FD-87F4-CD1CCA35EE4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54552" y="20592132"/>
                  <a:ext cx="7002312" cy="3600000"/>
                </a:xfrm>
                <a:prstGeom prst="rect">
                  <a:avLst/>
                </a:prstGeom>
              </p:spPr>
            </p:pic>
          </p:grpSp>
          <p:pic>
            <p:nvPicPr>
              <p:cNvPr id="3" name="그림 2" descr="The image depicts a simple ASCII representation of a Pokￃﾩmon, specifically Chimchar, with a timer showing 107 seconds, a score of 100, and a boss monster with 92/100 health remaining, alongside a multiple-choice question about string slicing in programming.&#10;&#10;AI 생성 콘텐츠는 정확하지 않을 수 있습니다.">
                <a:extLst>
                  <a:ext uri="{FF2B5EF4-FFF2-40B4-BE49-F238E27FC236}">
                    <a16:creationId xmlns:a16="http://schemas.microsoft.com/office/drawing/2014/main" id="{85F9278A-B2BC-CFFD-8DEE-C110BA23E4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662404" y="20592132"/>
                <a:ext cx="3046988" cy="3600000"/>
              </a:xfrm>
              <a:prstGeom prst="rect">
                <a:avLst/>
              </a:prstGeom>
            </p:spPr>
          </p:pic>
        </p:grp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5EBC531A-A312-0CA9-3445-9E44A6783827}"/>
              </a:ext>
            </a:extLst>
          </p:cNvPr>
          <p:cNvGrpSpPr/>
          <p:nvPr/>
        </p:nvGrpSpPr>
        <p:grpSpPr>
          <a:xfrm>
            <a:off x="16461352" y="28945060"/>
            <a:ext cx="2115274" cy="2160240"/>
            <a:chOff x="18621592" y="28945060"/>
            <a:chExt cx="2115274" cy="2160240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E8CA6D26-B3A5-EE43-FB42-F7B91C8ADAB8}"/>
                </a:ext>
              </a:extLst>
            </p:cNvPr>
            <p:cNvSpPr/>
            <p:nvPr/>
          </p:nvSpPr>
          <p:spPr>
            <a:xfrm>
              <a:off x="18830978" y="29442415"/>
              <a:ext cx="1662886" cy="1662885"/>
            </a:xfrm>
            <a:prstGeom prst="roundRect">
              <a:avLst>
                <a:gd name="adj" fmla="val 0"/>
              </a:avLst>
            </a:prstGeom>
            <a:blipFill dpi="0"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4A0BC09-EA8C-6E19-7A83-90ADED7F4452}"/>
                </a:ext>
              </a:extLst>
            </p:cNvPr>
            <p:cNvSpPr txBox="1"/>
            <p:nvPr/>
          </p:nvSpPr>
          <p:spPr>
            <a:xfrm>
              <a:off x="18621592" y="28945060"/>
              <a:ext cx="2115274" cy="497355"/>
            </a:xfrm>
            <a:prstGeom prst="rect">
              <a:avLst/>
            </a:prstGeom>
            <a:noFill/>
          </p:spPr>
          <p:txBody>
            <a:bodyPr wrap="square" lIns="72000" tIns="36000" rIns="72000" bIns="36000" rtlCol="0" anchor="t">
              <a:noAutofit/>
            </a:bodyPr>
            <a:lstStyle/>
            <a:p>
              <a:pPr marL="720000" lvl="0" indent="-720000" algn="ctr" defTabSz="2159996" latinLnBrk="1">
                <a:spcAft>
                  <a:spcPts val="1200"/>
                </a:spcAft>
              </a:pPr>
              <a:r>
                <a:rPr lang="ko-KR" altLang="en-US" sz="3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시연 영상</a:t>
              </a:r>
              <a:r>
                <a:rPr lang="en-US" altLang="ko-KR" sz="3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URL</a:t>
              </a:r>
              <a:endParaRPr lang="ko-KR" altLang="en-US" sz="3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98971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26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449A4"/>
      </a:accent1>
      <a:accent2>
        <a:srgbClr val="2C9CD7"/>
      </a:accent2>
      <a:accent3>
        <a:srgbClr val="1EAE88"/>
      </a:accent3>
      <a:accent4>
        <a:srgbClr val="F78D0D"/>
      </a:accent4>
      <a:accent5>
        <a:srgbClr val="EC5EA8"/>
      </a:accent5>
      <a:accent6>
        <a:srgbClr val="7148F6"/>
      </a:accent6>
      <a:hlink>
        <a:srgbClr val="70AD47"/>
      </a:hlink>
      <a:folHlink>
        <a:srgbClr val="954F72"/>
      </a:folHlink>
    </a:clrScheme>
    <a:fontScheme name="사용자 지정 3">
      <a:majorFont>
        <a:latin typeface="프리젠테이션 7 Bold"/>
        <a:ea typeface="프리젠테이션 7 Bold"/>
        <a:cs typeface=""/>
      </a:majorFont>
      <a:minorFont>
        <a:latin typeface="프리젠테이션 4 Regular"/>
        <a:ea typeface="프리젠테이션 4 Regular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571500" indent="-571500" algn="l">
          <a:buFont typeface="Arial" panose="020B0604020202020204" pitchFamily="34" charset="0"/>
          <a:buChar char="•"/>
          <a:defRPr sz="4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7520</TotalTime>
  <Words>218</Words>
  <Application>Microsoft Office PowerPoint</Application>
  <PresentationFormat>사용자 지정</PresentationFormat>
  <Paragraphs>32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페이퍼로지 6 SemiBold</vt:lpstr>
      <vt:lpstr>프리젠테이션 4 Regular</vt:lpstr>
      <vt:lpstr>Arial</vt:lpstr>
      <vt:lpstr>페이퍼로지 8 ExtraBold</vt:lpstr>
      <vt:lpstr>프리젠테이션 7 Bold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Owner</dc:creator>
  <cp:lastModifiedBy>김찬호</cp:lastModifiedBy>
  <cp:revision>305</cp:revision>
  <cp:lastPrinted>2023-11-21T09:03:08Z</cp:lastPrinted>
  <dcterms:created xsi:type="dcterms:W3CDTF">2023-05-09T06:06:35Z</dcterms:created>
  <dcterms:modified xsi:type="dcterms:W3CDTF">2026-05-28T10:44:16Z</dcterms:modified>
</cp:coreProperties>
</file>